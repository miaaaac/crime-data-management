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Albert Sans" panose="020B0604020202020204" charset="0"/>
      <p:regular r:id="rId23"/>
      <p:bold r:id="rId24"/>
      <p:italic r:id="rId25"/>
      <p:boldItalic r:id="rId26"/>
    </p:embeddedFont>
    <p:embeddedFont>
      <p:font typeface="Anaheim" panose="020B0604020202020204" charset="0"/>
      <p:regular r:id="rId27"/>
      <p:bold r:id="rId28"/>
    </p:embeddedFont>
    <p:embeddedFont>
      <p:font typeface="Bebas Neue" panose="020B0606020202050201" pitchFamily="34" charset="0"/>
      <p:regular r:id="rId29"/>
    </p:embeddedFont>
    <p:embeddedFont>
      <p:font typeface="Helvetica Neue" panose="020B0604020202020204" charset="0"/>
      <p:regular r:id="rId30"/>
      <p:bold r:id="rId31"/>
      <p:italic r:id="rId32"/>
      <p:boldItalic r:id="rId33"/>
    </p:embeddedFont>
    <p:embeddedFont>
      <p:font typeface="Syne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08C909-2EAE-465B-BD12-1601EB70E62D}">
  <a:tblStyle styleId="{CF08C909-2EAE-465B-BD12-1601EB70E6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5" d="100"/>
          <a:sy n="115" d="100"/>
        </p:scale>
        <p:origin x="514" y="-274"/>
      </p:cViewPr>
      <p:guideLst>
        <p:guide orient="horz" pos="64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a03fd2ff81_1_2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a03fd2ff81_1_2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a120ecda74_0_10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a120ecda74_0_10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Stasya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c972202b3b_1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c972202b3b_1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Stasya 3/3:30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c972202b3b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c972202b3b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Mia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c972202b3b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c972202b3b_1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c972202b3b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c972202b3b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c9ee17fda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c9ee17fda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c9ee17fdaa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c9ee17fdaa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c9ee17fdaa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c9ee17fdaa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9ee17fdaa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c9ee17fdaa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c9ee17fdaa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c9ee17fdaa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Mia 5</a:t>
            </a:r>
            <a:br>
              <a:rPr lang="en"/>
            </a:br>
            <a:r>
              <a:rPr lang="en"/>
              <a:t>Total 8:30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ca0535244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ca0535244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9/ 9:30 </a:t>
            </a:r>
            <a:r>
              <a:rPr lang="en">
                <a:solidFill>
                  <a:schemeClr val="dk1"/>
                </a:solidFill>
              </a:rPr>
              <a:t>min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ca0535244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ca05352441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10/ 10:30 min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ca05352441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ca05352441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11/ 11:30 min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ca0535244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ca0535244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Asad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9426e96fb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9426e96fb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9426e96fb6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9426e96fb6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9426e96fb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9426e96fb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c9ee17fda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c9ee17fda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Mia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c9ee17fdaa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c9ee17fdaa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1750" y="3431721"/>
            <a:ext cx="7720500" cy="66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 b="1">
                <a:latin typeface="Syne"/>
                <a:ea typeface="Syne"/>
                <a:cs typeface="Syne"/>
                <a:sym typeface="Sy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1750" y="4022119"/>
            <a:ext cx="7720500" cy="4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200050" y="2457450"/>
            <a:ext cx="47439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2200050" y="1587450"/>
            <a:ext cx="4743900" cy="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436011" y="1001250"/>
            <a:ext cx="4173300" cy="1109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435966" y="2110650"/>
            <a:ext cx="4173300" cy="187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1"/>
          </p:nvPr>
        </p:nvSpPr>
        <p:spPr>
          <a:xfrm>
            <a:off x="1054850" y="1816150"/>
            <a:ext cx="3177300" cy="199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4911748" y="1816150"/>
            <a:ext cx="3177300" cy="199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4366800" y="1356300"/>
            <a:ext cx="3591900" cy="155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4366800" y="2908200"/>
            <a:ext cx="3591900" cy="726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>
            <a:spLocks noGrp="1"/>
          </p:cNvSpPr>
          <p:nvPr>
            <p:ph type="pic" idx="2"/>
          </p:nvPr>
        </p:nvSpPr>
        <p:spPr>
          <a:xfrm>
            <a:off x="1185300" y="904500"/>
            <a:ext cx="2571900" cy="3334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715050" y="3236234"/>
            <a:ext cx="7713900" cy="94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715100" y="3968300"/>
            <a:ext cx="7713900" cy="640200"/>
          </a:xfrm>
          <a:prstGeom prst="rect">
            <a:avLst/>
          </a:prstGeom>
          <a:solidFill>
            <a:schemeClr val="dk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715100" y="1420575"/>
            <a:ext cx="7713900" cy="1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715100" y="2828925"/>
            <a:ext cx="7713900" cy="4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hasCustomPrompt="1"/>
          </p:nvPr>
        </p:nvSpPr>
        <p:spPr>
          <a:xfrm>
            <a:off x="715100" y="1519600"/>
            <a:ext cx="5439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1"/>
          </p:nvPr>
        </p:nvSpPr>
        <p:spPr>
          <a:xfrm>
            <a:off x="1259068" y="1519600"/>
            <a:ext cx="32382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3" hasCustomPrompt="1"/>
          </p:nvPr>
        </p:nvSpPr>
        <p:spPr>
          <a:xfrm>
            <a:off x="715100" y="1951594"/>
            <a:ext cx="5439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4"/>
          </p:nvPr>
        </p:nvSpPr>
        <p:spPr>
          <a:xfrm>
            <a:off x="1259068" y="1951596"/>
            <a:ext cx="32382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5" hasCustomPrompt="1"/>
          </p:nvPr>
        </p:nvSpPr>
        <p:spPr>
          <a:xfrm>
            <a:off x="715100" y="2383588"/>
            <a:ext cx="5439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6"/>
          </p:nvPr>
        </p:nvSpPr>
        <p:spPr>
          <a:xfrm>
            <a:off x="1259068" y="2383592"/>
            <a:ext cx="32382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7" hasCustomPrompt="1"/>
          </p:nvPr>
        </p:nvSpPr>
        <p:spPr>
          <a:xfrm>
            <a:off x="715100" y="2815582"/>
            <a:ext cx="5439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8"/>
          </p:nvPr>
        </p:nvSpPr>
        <p:spPr>
          <a:xfrm>
            <a:off x="1259068" y="2815587"/>
            <a:ext cx="32382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9" hasCustomPrompt="1"/>
          </p:nvPr>
        </p:nvSpPr>
        <p:spPr>
          <a:xfrm>
            <a:off x="715100" y="3247576"/>
            <a:ext cx="5439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3"/>
          </p:nvPr>
        </p:nvSpPr>
        <p:spPr>
          <a:xfrm>
            <a:off x="1259068" y="3247583"/>
            <a:ext cx="32382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14" hasCustomPrompt="1"/>
          </p:nvPr>
        </p:nvSpPr>
        <p:spPr>
          <a:xfrm>
            <a:off x="715100" y="3679588"/>
            <a:ext cx="5439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5"/>
          </p:nvPr>
        </p:nvSpPr>
        <p:spPr>
          <a:xfrm>
            <a:off x="1259068" y="3679596"/>
            <a:ext cx="32382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16" hasCustomPrompt="1"/>
          </p:nvPr>
        </p:nvSpPr>
        <p:spPr>
          <a:xfrm>
            <a:off x="4646829" y="1519600"/>
            <a:ext cx="5439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7"/>
          </p:nvPr>
        </p:nvSpPr>
        <p:spPr>
          <a:xfrm>
            <a:off x="5190797" y="1519600"/>
            <a:ext cx="32382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18" hasCustomPrompt="1"/>
          </p:nvPr>
        </p:nvSpPr>
        <p:spPr>
          <a:xfrm>
            <a:off x="4646829" y="1951594"/>
            <a:ext cx="5439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9"/>
          </p:nvPr>
        </p:nvSpPr>
        <p:spPr>
          <a:xfrm>
            <a:off x="5190797" y="1951596"/>
            <a:ext cx="32382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20" hasCustomPrompt="1"/>
          </p:nvPr>
        </p:nvSpPr>
        <p:spPr>
          <a:xfrm>
            <a:off x="4646829" y="2383588"/>
            <a:ext cx="5439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21"/>
          </p:nvPr>
        </p:nvSpPr>
        <p:spPr>
          <a:xfrm>
            <a:off x="5190797" y="2383592"/>
            <a:ext cx="32382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22" hasCustomPrompt="1"/>
          </p:nvPr>
        </p:nvSpPr>
        <p:spPr>
          <a:xfrm>
            <a:off x="4646829" y="2815582"/>
            <a:ext cx="5439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23"/>
          </p:nvPr>
        </p:nvSpPr>
        <p:spPr>
          <a:xfrm>
            <a:off x="5190797" y="2815587"/>
            <a:ext cx="32382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24" hasCustomPrompt="1"/>
          </p:nvPr>
        </p:nvSpPr>
        <p:spPr>
          <a:xfrm>
            <a:off x="4646829" y="3247576"/>
            <a:ext cx="5439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25"/>
          </p:nvPr>
        </p:nvSpPr>
        <p:spPr>
          <a:xfrm>
            <a:off x="5190797" y="3247583"/>
            <a:ext cx="32382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26" hasCustomPrompt="1"/>
          </p:nvPr>
        </p:nvSpPr>
        <p:spPr>
          <a:xfrm>
            <a:off x="4646829" y="3679588"/>
            <a:ext cx="5439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27"/>
          </p:nvPr>
        </p:nvSpPr>
        <p:spPr>
          <a:xfrm>
            <a:off x="5190797" y="3679596"/>
            <a:ext cx="3238200" cy="43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77" name="Google Shape;77;p14"/>
          <p:cNvSpPr txBox="1">
            <a:spLocks noGrp="1"/>
          </p:cNvSpPr>
          <p:nvPr>
            <p:ph type="subTitle" idx="1"/>
          </p:nvPr>
        </p:nvSpPr>
        <p:spPr>
          <a:xfrm>
            <a:off x="1311300" y="1502500"/>
            <a:ext cx="6521400" cy="155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subTitle" idx="2"/>
          </p:nvPr>
        </p:nvSpPr>
        <p:spPr>
          <a:xfrm>
            <a:off x="1311300" y="3214700"/>
            <a:ext cx="6521400" cy="4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2164800" y="535000"/>
            <a:ext cx="4814400" cy="954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5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2164800" y="1413375"/>
            <a:ext cx="4814400" cy="6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"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5564802" y="1535525"/>
            <a:ext cx="2489100" cy="109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5564802" y="2551075"/>
            <a:ext cx="2489100" cy="90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1467707" y="1535525"/>
            <a:ext cx="2489100" cy="109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>
            <a:off x="1467707" y="2551075"/>
            <a:ext cx="2489100" cy="90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_1_1">
    <p:bg>
      <p:bgPr>
        <a:solidFill>
          <a:schemeClr val="lt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4757840" y="1535525"/>
            <a:ext cx="2489100" cy="109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4757840" y="2551075"/>
            <a:ext cx="2489100" cy="90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1"/>
          </p:nvPr>
        </p:nvSpPr>
        <p:spPr>
          <a:xfrm>
            <a:off x="2293200" y="1856650"/>
            <a:ext cx="4557600" cy="8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2"/>
          </p:nvPr>
        </p:nvSpPr>
        <p:spPr>
          <a:xfrm>
            <a:off x="2293200" y="3224850"/>
            <a:ext cx="4557600" cy="8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subTitle" idx="3"/>
          </p:nvPr>
        </p:nvSpPr>
        <p:spPr>
          <a:xfrm>
            <a:off x="2293200" y="1506650"/>
            <a:ext cx="4557600" cy="4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subTitle" idx="4"/>
          </p:nvPr>
        </p:nvSpPr>
        <p:spPr>
          <a:xfrm>
            <a:off x="2293200" y="2874850"/>
            <a:ext cx="4557600" cy="4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solidFill>
          <a:schemeClr val="dk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1"/>
          </p:nvPr>
        </p:nvSpPr>
        <p:spPr>
          <a:xfrm>
            <a:off x="1292550" y="1693850"/>
            <a:ext cx="6558900" cy="5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subTitle" idx="2"/>
          </p:nvPr>
        </p:nvSpPr>
        <p:spPr>
          <a:xfrm>
            <a:off x="1292550" y="2725550"/>
            <a:ext cx="6558900" cy="5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3"/>
          </p:nvPr>
        </p:nvSpPr>
        <p:spPr>
          <a:xfrm>
            <a:off x="1292550" y="1343850"/>
            <a:ext cx="6558900" cy="4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16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ubTitle" idx="4"/>
          </p:nvPr>
        </p:nvSpPr>
        <p:spPr>
          <a:xfrm>
            <a:off x="1292550" y="2374750"/>
            <a:ext cx="6558900" cy="4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16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5"/>
          </p:nvPr>
        </p:nvSpPr>
        <p:spPr>
          <a:xfrm>
            <a:off x="1292550" y="3757250"/>
            <a:ext cx="6558900" cy="5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subTitle" idx="6"/>
          </p:nvPr>
        </p:nvSpPr>
        <p:spPr>
          <a:xfrm>
            <a:off x="1292550" y="3407250"/>
            <a:ext cx="6558900" cy="4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16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subTitle" idx="1"/>
          </p:nvPr>
        </p:nvSpPr>
        <p:spPr>
          <a:xfrm>
            <a:off x="715100" y="3052338"/>
            <a:ext cx="2473500" cy="54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subTitle" idx="2"/>
          </p:nvPr>
        </p:nvSpPr>
        <p:spPr>
          <a:xfrm>
            <a:off x="715100" y="2702338"/>
            <a:ext cx="2473500" cy="4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3"/>
          </p:nvPr>
        </p:nvSpPr>
        <p:spPr>
          <a:xfrm>
            <a:off x="3335261" y="3052338"/>
            <a:ext cx="2473500" cy="54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ubTitle" idx="4"/>
          </p:nvPr>
        </p:nvSpPr>
        <p:spPr>
          <a:xfrm>
            <a:off x="3335261" y="2702338"/>
            <a:ext cx="2473500" cy="4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subTitle" idx="5"/>
          </p:nvPr>
        </p:nvSpPr>
        <p:spPr>
          <a:xfrm>
            <a:off x="5955431" y="3052338"/>
            <a:ext cx="2473500" cy="54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ubTitle" idx="6"/>
          </p:nvPr>
        </p:nvSpPr>
        <p:spPr>
          <a:xfrm>
            <a:off x="5955431" y="2702338"/>
            <a:ext cx="2473500" cy="4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600" b="1"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subTitle" idx="1"/>
          </p:nvPr>
        </p:nvSpPr>
        <p:spPr>
          <a:xfrm>
            <a:off x="1515000" y="1856650"/>
            <a:ext cx="2904600" cy="8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subTitle" idx="2"/>
          </p:nvPr>
        </p:nvSpPr>
        <p:spPr>
          <a:xfrm>
            <a:off x="1515000" y="3224850"/>
            <a:ext cx="2904600" cy="8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subTitle" idx="3"/>
          </p:nvPr>
        </p:nvSpPr>
        <p:spPr>
          <a:xfrm>
            <a:off x="1515000" y="1506650"/>
            <a:ext cx="2904600" cy="4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4"/>
          </p:nvPr>
        </p:nvSpPr>
        <p:spPr>
          <a:xfrm>
            <a:off x="1515000" y="2874850"/>
            <a:ext cx="2904600" cy="4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5"/>
          </p:nvPr>
        </p:nvSpPr>
        <p:spPr>
          <a:xfrm>
            <a:off x="4724400" y="1856650"/>
            <a:ext cx="2904600" cy="8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ubTitle" idx="6"/>
          </p:nvPr>
        </p:nvSpPr>
        <p:spPr>
          <a:xfrm>
            <a:off x="4724400" y="3224850"/>
            <a:ext cx="2904600" cy="8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7"/>
          </p:nvPr>
        </p:nvSpPr>
        <p:spPr>
          <a:xfrm>
            <a:off x="4724400" y="1506650"/>
            <a:ext cx="2904600" cy="4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subTitle" idx="8"/>
          </p:nvPr>
        </p:nvSpPr>
        <p:spPr>
          <a:xfrm>
            <a:off x="4724400" y="2874850"/>
            <a:ext cx="2904600" cy="4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6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yne"/>
              <a:buNone/>
              <a:defRPr sz="30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ubTitle" idx="1"/>
          </p:nvPr>
        </p:nvSpPr>
        <p:spPr>
          <a:xfrm>
            <a:off x="715100" y="1856650"/>
            <a:ext cx="2473500" cy="89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subTitle" idx="2"/>
          </p:nvPr>
        </p:nvSpPr>
        <p:spPr>
          <a:xfrm>
            <a:off x="715100" y="3224850"/>
            <a:ext cx="2473500" cy="89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ubTitle" idx="3"/>
          </p:nvPr>
        </p:nvSpPr>
        <p:spPr>
          <a:xfrm>
            <a:off x="715100" y="1506650"/>
            <a:ext cx="2473500" cy="4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16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subTitle" idx="4"/>
          </p:nvPr>
        </p:nvSpPr>
        <p:spPr>
          <a:xfrm>
            <a:off x="715100" y="2874850"/>
            <a:ext cx="2473500" cy="4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16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subTitle" idx="5"/>
          </p:nvPr>
        </p:nvSpPr>
        <p:spPr>
          <a:xfrm>
            <a:off x="3335260" y="1856650"/>
            <a:ext cx="2473500" cy="89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subTitle" idx="6"/>
          </p:nvPr>
        </p:nvSpPr>
        <p:spPr>
          <a:xfrm>
            <a:off x="3335259" y="3224850"/>
            <a:ext cx="2473500" cy="89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subTitle" idx="7"/>
          </p:nvPr>
        </p:nvSpPr>
        <p:spPr>
          <a:xfrm>
            <a:off x="3335264" y="1506650"/>
            <a:ext cx="2473500" cy="4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16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subTitle" idx="8"/>
          </p:nvPr>
        </p:nvSpPr>
        <p:spPr>
          <a:xfrm>
            <a:off x="3335264" y="2874850"/>
            <a:ext cx="2473500" cy="4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16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subTitle" idx="9"/>
          </p:nvPr>
        </p:nvSpPr>
        <p:spPr>
          <a:xfrm>
            <a:off x="5955429" y="1856650"/>
            <a:ext cx="2473500" cy="89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subTitle" idx="13"/>
          </p:nvPr>
        </p:nvSpPr>
        <p:spPr>
          <a:xfrm>
            <a:off x="5955426" y="3224850"/>
            <a:ext cx="2473500" cy="89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subTitle" idx="14"/>
          </p:nvPr>
        </p:nvSpPr>
        <p:spPr>
          <a:xfrm>
            <a:off x="5955437" y="1506650"/>
            <a:ext cx="2473500" cy="4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16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subTitle" idx="15"/>
          </p:nvPr>
        </p:nvSpPr>
        <p:spPr>
          <a:xfrm>
            <a:off x="5955437" y="2874850"/>
            <a:ext cx="2473500" cy="4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16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48" name="Google Shape;148;p24"/>
          <p:cNvSpPr txBox="1">
            <a:spLocks noGrp="1"/>
          </p:cNvSpPr>
          <p:nvPr>
            <p:ph type="title" hasCustomPrompt="1"/>
          </p:nvPr>
        </p:nvSpPr>
        <p:spPr>
          <a:xfrm>
            <a:off x="1036054" y="634463"/>
            <a:ext cx="4320300" cy="77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9" name="Google Shape;149;p24"/>
          <p:cNvSpPr txBox="1">
            <a:spLocks noGrp="1"/>
          </p:cNvSpPr>
          <p:nvPr>
            <p:ph type="subTitle" idx="1"/>
          </p:nvPr>
        </p:nvSpPr>
        <p:spPr>
          <a:xfrm>
            <a:off x="1036006" y="1337388"/>
            <a:ext cx="4320300" cy="4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4"/>
          <p:cNvSpPr txBox="1">
            <a:spLocks noGrp="1"/>
          </p:cNvSpPr>
          <p:nvPr>
            <p:ph type="title" idx="2" hasCustomPrompt="1"/>
          </p:nvPr>
        </p:nvSpPr>
        <p:spPr>
          <a:xfrm>
            <a:off x="1036054" y="1925988"/>
            <a:ext cx="4320300" cy="77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1" name="Google Shape;151;p24"/>
          <p:cNvSpPr txBox="1">
            <a:spLocks noGrp="1"/>
          </p:cNvSpPr>
          <p:nvPr>
            <p:ph type="subTitle" idx="3"/>
          </p:nvPr>
        </p:nvSpPr>
        <p:spPr>
          <a:xfrm>
            <a:off x="1036006" y="2628913"/>
            <a:ext cx="4320300" cy="4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title" idx="4" hasCustomPrompt="1"/>
          </p:nvPr>
        </p:nvSpPr>
        <p:spPr>
          <a:xfrm>
            <a:off x="1036054" y="3217513"/>
            <a:ext cx="4320300" cy="77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3" name="Google Shape;153;p24"/>
          <p:cNvSpPr txBox="1">
            <a:spLocks noGrp="1"/>
          </p:cNvSpPr>
          <p:nvPr>
            <p:ph type="subTitle" idx="5"/>
          </p:nvPr>
        </p:nvSpPr>
        <p:spPr>
          <a:xfrm>
            <a:off x="1036006" y="3920438"/>
            <a:ext cx="4320300" cy="4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56" name="Google Shape;156;p2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59" name="Google Shape;159;p26"/>
          <p:cNvSpPr txBox="1">
            <a:spLocks noGrp="1"/>
          </p:cNvSpPr>
          <p:nvPr>
            <p:ph type="ctrTitle"/>
          </p:nvPr>
        </p:nvSpPr>
        <p:spPr>
          <a:xfrm>
            <a:off x="4423547" y="517100"/>
            <a:ext cx="2997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0" name="Google Shape;160;p26"/>
          <p:cNvSpPr txBox="1">
            <a:spLocks noGrp="1"/>
          </p:cNvSpPr>
          <p:nvPr>
            <p:ph type="subTitle" idx="1"/>
          </p:nvPr>
        </p:nvSpPr>
        <p:spPr>
          <a:xfrm>
            <a:off x="4423547" y="1394300"/>
            <a:ext cx="2997000" cy="12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1" name="Google Shape;161;p26"/>
          <p:cNvSpPr txBox="1"/>
          <p:nvPr/>
        </p:nvSpPr>
        <p:spPr>
          <a:xfrm>
            <a:off x="4423547" y="3512799"/>
            <a:ext cx="2997000" cy="4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/>
          <p:nvPr/>
        </p:nvSpPr>
        <p:spPr>
          <a:xfrm>
            <a:off x="267600" y="267600"/>
            <a:ext cx="8608800" cy="4608900"/>
          </a:xfrm>
          <a:prstGeom prst="roundRect">
            <a:avLst>
              <a:gd name="adj" fmla="val 41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75200"/>
            <a:ext cx="7713900" cy="3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5" Type="http://schemas.openxmlformats.org/officeDocument/2006/relationships/hyperlink" Target="https://doi.org/10.1177/10887679231217159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>
            <a:spLocks noGrp="1"/>
          </p:cNvSpPr>
          <p:nvPr>
            <p:ph type="ctrTitle"/>
          </p:nvPr>
        </p:nvSpPr>
        <p:spPr>
          <a:xfrm>
            <a:off x="711750" y="2506067"/>
            <a:ext cx="7720500" cy="182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Crime data management</a:t>
            </a:r>
            <a:endParaRPr/>
          </a:p>
        </p:txBody>
      </p:sp>
      <p:sp>
        <p:nvSpPr>
          <p:cNvPr id="171" name="Google Shape;171;p29"/>
          <p:cNvSpPr txBox="1">
            <a:spLocks noGrp="1"/>
          </p:cNvSpPr>
          <p:nvPr>
            <p:ph type="subTitle" idx="1"/>
          </p:nvPr>
        </p:nvSpPr>
        <p:spPr>
          <a:xfrm>
            <a:off x="711750" y="4343569"/>
            <a:ext cx="7720500" cy="4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GROUP B</a:t>
            </a:r>
            <a:r>
              <a:rPr lang="en"/>
              <a:t>: Asad Hameed, Mia Corduneanu-Huci, Stanislava Amsharinskaia</a:t>
            </a:r>
            <a:endParaRPr/>
          </a:p>
        </p:txBody>
      </p:sp>
      <p:grpSp>
        <p:nvGrpSpPr>
          <p:cNvPr id="172" name="Google Shape;172;p29"/>
          <p:cNvGrpSpPr/>
          <p:nvPr/>
        </p:nvGrpSpPr>
        <p:grpSpPr>
          <a:xfrm>
            <a:off x="3134352" y="835439"/>
            <a:ext cx="2875292" cy="1607718"/>
            <a:chOff x="2381611" y="835474"/>
            <a:chExt cx="4371073" cy="2444083"/>
          </a:xfrm>
        </p:grpSpPr>
        <p:grpSp>
          <p:nvGrpSpPr>
            <p:cNvPr id="173" name="Google Shape;173;p29"/>
            <p:cNvGrpSpPr/>
            <p:nvPr/>
          </p:nvGrpSpPr>
          <p:grpSpPr>
            <a:xfrm>
              <a:off x="2381611" y="835474"/>
              <a:ext cx="839788" cy="583684"/>
              <a:chOff x="3402084" y="36587"/>
              <a:chExt cx="1146312" cy="796730"/>
            </a:xfrm>
          </p:grpSpPr>
          <p:sp>
            <p:nvSpPr>
              <p:cNvPr id="174" name="Google Shape;174;p29"/>
              <p:cNvSpPr/>
              <p:nvPr/>
            </p:nvSpPr>
            <p:spPr>
              <a:xfrm>
                <a:off x="3943122" y="47112"/>
                <a:ext cx="594749" cy="594749"/>
              </a:xfrm>
              <a:custGeom>
                <a:avLst/>
                <a:gdLst/>
                <a:ahLst/>
                <a:cxnLst/>
                <a:rect l="l" t="t" r="r" b="b"/>
                <a:pathLst>
                  <a:path w="594749" h="594749" extrusionOk="0">
                    <a:moveTo>
                      <a:pt x="594750" y="355848"/>
                    </a:moveTo>
                    <a:lnTo>
                      <a:pt x="594750" y="238902"/>
                    </a:lnTo>
                    <a:lnTo>
                      <a:pt x="521325" y="238902"/>
                    </a:lnTo>
                    <a:cubicBezTo>
                      <a:pt x="515895" y="218103"/>
                      <a:pt x="507626" y="198473"/>
                      <a:pt x="497017" y="180430"/>
                    </a:cubicBezTo>
                    <a:lnTo>
                      <a:pt x="548974" y="128473"/>
                    </a:lnTo>
                    <a:lnTo>
                      <a:pt x="466277" y="45776"/>
                    </a:lnTo>
                    <a:lnTo>
                      <a:pt x="414320" y="97733"/>
                    </a:lnTo>
                    <a:cubicBezTo>
                      <a:pt x="396277" y="87124"/>
                      <a:pt x="376647" y="78854"/>
                      <a:pt x="355848" y="73425"/>
                    </a:cubicBezTo>
                    <a:lnTo>
                      <a:pt x="355848" y="0"/>
                    </a:lnTo>
                    <a:lnTo>
                      <a:pt x="238902" y="0"/>
                    </a:lnTo>
                    <a:lnTo>
                      <a:pt x="238902" y="73425"/>
                    </a:lnTo>
                    <a:cubicBezTo>
                      <a:pt x="218103" y="78854"/>
                      <a:pt x="198473" y="87124"/>
                      <a:pt x="180430" y="97733"/>
                    </a:cubicBezTo>
                    <a:lnTo>
                      <a:pt x="128473" y="45776"/>
                    </a:lnTo>
                    <a:lnTo>
                      <a:pt x="45776" y="128473"/>
                    </a:lnTo>
                    <a:lnTo>
                      <a:pt x="97733" y="180430"/>
                    </a:lnTo>
                    <a:cubicBezTo>
                      <a:pt x="87124" y="198473"/>
                      <a:pt x="78854" y="218103"/>
                      <a:pt x="73425" y="238902"/>
                    </a:cubicBezTo>
                    <a:lnTo>
                      <a:pt x="0" y="238902"/>
                    </a:lnTo>
                    <a:lnTo>
                      <a:pt x="0" y="355848"/>
                    </a:lnTo>
                    <a:lnTo>
                      <a:pt x="73425" y="355848"/>
                    </a:lnTo>
                    <a:cubicBezTo>
                      <a:pt x="78854" y="376647"/>
                      <a:pt x="87124" y="396277"/>
                      <a:pt x="97733" y="414320"/>
                    </a:cubicBezTo>
                    <a:lnTo>
                      <a:pt x="45776" y="466277"/>
                    </a:lnTo>
                    <a:lnTo>
                      <a:pt x="128473" y="548974"/>
                    </a:lnTo>
                    <a:lnTo>
                      <a:pt x="180430" y="497017"/>
                    </a:lnTo>
                    <a:cubicBezTo>
                      <a:pt x="198473" y="507626"/>
                      <a:pt x="218103" y="515895"/>
                      <a:pt x="238902" y="521325"/>
                    </a:cubicBezTo>
                    <a:lnTo>
                      <a:pt x="238902" y="594750"/>
                    </a:lnTo>
                    <a:lnTo>
                      <a:pt x="355848" y="594750"/>
                    </a:lnTo>
                    <a:lnTo>
                      <a:pt x="355848" y="521325"/>
                    </a:lnTo>
                    <a:cubicBezTo>
                      <a:pt x="376647" y="515895"/>
                      <a:pt x="396277" y="507626"/>
                      <a:pt x="414320" y="497017"/>
                    </a:cubicBezTo>
                    <a:lnTo>
                      <a:pt x="466277" y="548974"/>
                    </a:lnTo>
                    <a:lnTo>
                      <a:pt x="548974" y="466277"/>
                    </a:lnTo>
                    <a:lnTo>
                      <a:pt x="497017" y="414320"/>
                    </a:lnTo>
                    <a:cubicBezTo>
                      <a:pt x="507626" y="396277"/>
                      <a:pt x="515895" y="376647"/>
                      <a:pt x="521325" y="355848"/>
                    </a:cubicBezTo>
                    <a:lnTo>
                      <a:pt x="594750" y="355848"/>
                    </a:lnTo>
                    <a:close/>
                    <a:moveTo>
                      <a:pt x="297291" y="404296"/>
                    </a:moveTo>
                    <a:cubicBezTo>
                      <a:pt x="238234" y="404296"/>
                      <a:pt x="190370" y="356432"/>
                      <a:pt x="190370" y="297375"/>
                    </a:cubicBezTo>
                    <a:cubicBezTo>
                      <a:pt x="190370" y="238318"/>
                      <a:pt x="238234" y="190454"/>
                      <a:pt x="297291" y="190454"/>
                    </a:cubicBezTo>
                    <a:cubicBezTo>
                      <a:pt x="356349" y="190454"/>
                      <a:pt x="404129" y="238318"/>
                      <a:pt x="404129" y="297375"/>
                    </a:cubicBezTo>
                    <a:cubicBezTo>
                      <a:pt x="404129" y="356432"/>
                      <a:pt x="356265" y="404296"/>
                      <a:pt x="297291" y="40429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29"/>
              <p:cNvSpPr/>
              <p:nvPr/>
            </p:nvSpPr>
            <p:spPr>
              <a:xfrm>
                <a:off x="3932597" y="36587"/>
                <a:ext cx="615799" cy="615799"/>
              </a:xfrm>
              <a:custGeom>
                <a:avLst/>
                <a:gdLst/>
                <a:ahLst/>
                <a:cxnLst/>
                <a:rect l="l" t="t" r="r" b="b"/>
                <a:pathLst>
                  <a:path w="615799" h="615799" extrusionOk="0">
                    <a:moveTo>
                      <a:pt x="366289" y="615800"/>
                    </a:moveTo>
                    <a:lnTo>
                      <a:pt x="249344" y="615800"/>
                    </a:lnTo>
                    <a:cubicBezTo>
                      <a:pt x="243580" y="615800"/>
                      <a:pt x="238902" y="611122"/>
                      <a:pt x="238902" y="605358"/>
                    </a:cubicBezTo>
                    <a:lnTo>
                      <a:pt x="238902" y="539786"/>
                    </a:lnTo>
                    <a:cubicBezTo>
                      <a:pt x="222948" y="535024"/>
                      <a:pt x="207411" y="528592"/>
                      <a:pt x="192625" y="520573"/>
                    </a:cubicBezTo>
                    <a:lnTo>
                      <a:pt x="146265" y="566934"/>
                    </a:lnTo>
                    <a:cubicBezTo>
                      <a:pt x="144344" y="568855"/>
                      <a:pt x="141671" y="570024"/>
                      <a:pt x="138914" y="570024"/>
                    </a:cubicBezTo>
                    <a:lnTo>
                      <a:pt x="138914" y="570024"/>
                    </a:lnTo>
                    <a:cubicBezTo>
                      <a:pt x="136158" y="570024"/>
                      <a:pt x="133485" y="568938"/>
                      <a:pt x="131563" y="566934"/>
                    </a:cubicBezTo>
                    <a:lnTo>
                      <a:pt x="48866" y="484237"/>
                    </a:lnTo>
                    <a:cubicBezTo>
                      <a:pt x="44773" y="480144"/>
                      <a:pt x="44773" y="473544"/>
                      <a:pt x="48866" y="469451"/>
                    </a:cubicBezTo>
                    <a:lnTo>
                      <a:pt x="95227" y="423091"/>
                    </a:lnTo>
                    <a:cubicBezTo>
                      <a:pt x="87208" y="408306"/>
                      <a:pt x="80776" y="392769"/>
                      <a:pt x="76014" y="376814"/>
                    </a:cubicBezTo>
                    <a:lnTo>
                      <a:pt x="10442" y="376814"/>
                    </a:lnTo>
                    <a:cubicBezTo>
                      <a:pt x="4678" y="376814"/>
                      <a:pt x="0" y="372136"/>
                      <a:pt x="0" y="366373"/>
                    </a:cubicBezTo>
                    <a:lnTo>
                      <a:pt x="0" y="249427"/>
                    </a:lnTo>
                    <a:cubicBezTo>
                      <a:pt x="0" y="243664"/>
                      <a:pt x="4678" y="238986"/>
                      <a:pt x="10442" y="238986"/>
                    </a:cubicBezTo>
                    <a:lnTo>
                      <a:pt x="76014" y="238986"/>
                    </a:lnTo>
                    <a:cubicBezTo>
                      <a:pt x="80776" y="223031"/>
                      <a:pt x="87208" y="207494"/>
                      <a:pt x="95227" y="192709"/>
                    </a:cubicBezTo>
                    <a:lnTo>
                      <a:pt x="48866" y="146349"/>
                    </a:lnTo>
                    <a:cubicBezTo>
                      <a:pt x="44773" y="142255"/>
                      <a:pt x="44773" y="135656"/>
                      <a:pt x="48866" y="131563"/>
                    </a:cubicBezTo>
                    <a:lnTo>
                      <a:pt x="131563" y="48866"/>
                    </a:lnTo>
                    <a:cubicBezTo>
                      <a:pt x="135489" y="44940"/>
                      <a:pt x="142423" y="44940"/>
                      <a:pt x="146349" y="48866"/>
                    </a:cubicBezTo>
                    <a:lnTo>
                      <a:pt x="192709" y="95227"/>
                    </a:lnTo>
                    <a:cubicBezTo>
                      <a:pt x="207494" y="87208"/>
                      <a:pt x="223031" y="80776"/>
                      <a:pt x="238986" y="76014"/>
                    </a:cubicBezTo>
                    <a:lnTo>
                      <a:pt x="238986" y="10442"/>
                    </a:lnTo>
                    <a:cubicBezTo>
                      <a:pt x="238986" y="4678"/>
                      <a:pt x="243664" y="0"/>
                      <a:pt x="249427" y="0"/>
                    </a:cubicBezTo>
                    <a:lnTo>
                      <a:pt x="366373" y="0"/>
                    </a:lnTo>
                    <a:cubicBezTo>
                      <a:pt x="372136" y="0"/>
                      <a:pt x="376814" y="4678"/>
                      <a:pt x="376814" y="10442"/>
                    </a:cubicBezTo>
                    <a:lnTo>
                      <a:pt x="376814" y="76014"/>
                    </a:lnTo>
                    <a:cubicBezTo>
                      <a:pt x="392769" y="80776"/>
                      <a:pt x="408306" y="87208"/>
                      <a:pt x="423091" y="95227"/>
                    </a:cubicBezTo>
                    <a:lnTo>
                      <a:pt x="469451" y="48866"/>
                    </a:lnTo>
                    <a:cubicBezTo>
                      <a:pt x="473544" y="44773"/>
                      <a:pt x="480144" y="44773"/>
                      <a:pt x="484237" y="48866"/>
                    </a:cubicBezTo>
                    <a:lnTo>
                      <a:pt x="566934" y="131563"/>
                    </a:lnTo>
                    <a:cubicBezTo>
                      <a:pt x="571027" y="135656"/>
                      <a:pt x="571027" y="142255"/>
                      <a:pt x="566934" y="146349"/>
                    </a:cubicBezTo>
                    <a:lnTo>
                      <a:pt x="520573" y="192709"/>
                    </a:lnTo>
                    <a:cubicBezTo>
                      <a:pt x="528592" y="207494"/>
                      <a:pt x="535024" y="223031"/>
                      <a:pt x="539786" y="238986"/>
                    </a:cubicBezTo>
                    <a:lnTo>
                      <a:pt x="605358" y="238986"/>
                    </a:lnTo>
                    <a:cubicBezTo>
                      <a:pt x="611122" y="238986"/>
                      <a:pt x="615800" y="243664"/>
                      <a:pt x="615800" y="249427"/>
                    </a:cubicBezTo>
                    <a:lnTo>
                      <a:pt x="615800" y="366373"/>
                    </a:lnTo>
                    <a:cubicBezTo>
                      <a:pt x="615800" y="372136"/>
                      <a:pt x="611122" y="376814"/>
                      <a:pt x="605358" y="376814"/>
                    </a:cubicBezTo>
                    <a:lnTo>
                      <a:pt x="539786" y="376814"/>
                    </a:lnTo>
                    <a:cubicBezTo>
                      <a:pt x="535024" y="392769"/>
                      <a:pt x="528592" y="408306"/>
                      <a:pt x="520573" y="423091"/>
                    </a:cubicBezTo>
                    <a:lnTo>
                      <a:pt x="566934" y="469451"/>
                    </a:lnTo>
                    <a:cubicBezTo>
                      <a:pt x="568855" y="471373"/>
                      <a:pt x="570024" y="474046"/>
                      <a:pt x="570024" y="476802"/>
                    </a:cubicBezTo>
                    <a:cubicBezTo>
                      <a:pt x="570024" y="479559"/>
                      <a:pt x="568938" y="482232"/>
                      <a:pt x="566934" y="484153"/>
                    </a:cubicBezTo>
                    <a:lnTo>
                      <a:pt x="484237" y="566850"/>
                    </a:lnTo>
                    <a:cubicBezTo>
                      <a:pt x="480311" y="570776"/>
                      <a:pt x="473377" y="570776"/>
                      <a:pt x="469451" y="566850"/>
                    </a:cubicBezTo>
                    <a:lnTo>
                      <a:pt x="423091" y="520490"/>
                    </a:lnTo>
                    <a:cubicBezTo>
                      <a:pt x="408306" y="528509"/>
                      <a:pt x="392769" y="534941"/>
                      <a:pt x="376814" y="539702"/>
                    </a:cubicBezTo>
                    <a:lnTo>
                      <a:pt x="376814" y="605275"/>
                    </a:lnTo>
                    <a:cubicBezTo>
                      <a:pt x="376814" y="611039"/>
                      <a:pt x="372136" y="615716"/>
                      <a:pt x="366373" y="615716"/>
                    </a:cubicBezTo>
                    <a:close/>
                    <a:moveTo>
                      <a:pt x="259785" y="594917"/>
                    </a:moveTo>
                    <a:lnTo>
                      <a:pt x="355848" y="594917"/>
                    </a:lnTo>
                    <a:lnTo>
                      <a:pt x="355848" y="531934"/>
                    </a:lnTo>
                    <a:cubicBezTo>
                      <a:pt x="355848" y="527172"/>
                      <a:pt x="359022" y="522996"/>
                      <a:pt x="363700" y="521826"/>
                    </a:cubicBezTo>
                    <a:cubicBezTo>
                      <a:pt x="383163" y="516731"/>
                      <a:pt x="401957" y="508962"/>
                      <a:pt x="419499" y="498604"/>
                    </a:cubicBezTo>
                    <a:cubicBezTo>
                      <a:pt x="423592" y="496182"/>
                      <a:pt x="428771" y="496850"/>
                      <a:pt x="432196" y="500191"/>
                    </a:cubicBezTo>
                    <a:lnTo>
                      <a:pt x="476802" y="544798"/>
                    </a:lnTo>
                    <a:lnTo>
                      <a:pt x="544714" y="476886"/>
                    </a:lnTo>
                    <a:lnTo>
                      <a:pt x="500108" y="432280"/>
                    </a:lnTo>
                    <a:cubicBezTo>
                      <a:pt x="496767" y="428938"/>
                      <a:pt x="496098" y="423676"/>
                      <a:pt x="498521" y="419583"/>
                    </a:cubicBezTo>
                    <a:cubicBezTo>
                      <a:pt x="508879" y="402041"/>
                      <a:pt x="516647" y="383246"/>
                      <a:pt x="521743" y="363783"/>
                    </a:cubicBezTo>
                    <a:cubicBezTo>
                      <a:pt x="522912" y="359189"/>
                      <a:pt x="527089" y="355931"/>
                      <a:pt x="531850" y="355931"/>
                    </a:cubicBezTo>
                    <a:lnTo>
                      <a:pt x="594833" y="355931"/>
                    </a:lnTo>
                    <a:lnTo>
                      <a:pt x="594833" y="259869"/>
                    </a:lnTo>
                    <a:lnTo>
                      <a:pt x="531850" y="259869"/>
                    </a:lnTo>
                    <a:cubicBezTo>
                      <a:pt x="527089" y="259869"/>
                      <a:pt x="522912" y="256695"/>
                      <a:pt x="521743" y="252017"/>
                    </a:cubicBezTo>
                    <a:cubicBezTo>
                      <a:pt x="516647" y="232554"/>
                      <a:pt x="508879" y="213759"/>
                      <a:pt x="498521" y="196217"/>
                    </a:cubicBezTo>
                    <a:cubicBezTo>
                      <a:pt x="496098" y="192124"/>
                      <a:pt x="496767" y="186945"/>
                      <a:pt x="500108" y="183520"/>
                    </a:cubicBezTo>
                    <a:lnTo>
                      <a:pt x="544714" y="138914"/>
                    </a:lnTo>
                    <a:lnTo>
                      <a:pt x="476802" y="71002"/>
                    </a:lnTo>
                    <a:lnTo>
                      <a:pt x="432196" y="115609"/>
                    </a:lnTo>
                    <a:cubicBezTo>
                      <a:pt x="428855" y="118950"/>
                      <a:pt x="423592" y="119618"/>
                      <a:pt x="419499" y="117196"/>
                    </a:cubicBezTo>
                    <a:cubicBezTo>
                      <a:pt x="401957" y="106838"/>
                      <a:pt x="383163" y="99069"/>
                      <a:pt x="363700" y="93974"/>
                    </a:cubicBezTo>
                    <a:cubicBezTo>
                      <a:pt x="359105" y="92804"/>
                      <a:pt x="355848" y="88628"/>
                      <a:pt x="355848" y="83866"/>
                    </a:cubicBezTo>
                    <a:lnTo>
                      <a:pt x="355848" y="20883"/>
                    </a:lnTo>
                    <a:lnTo>
                      <a:pt x="259785" y="20883"/>
                    </a:lnTo>
                    <a:lnTo>
                      <a:pt x="259785" y="83866"/>
                    </a:lnTo>
                    <a:cubicBezTo>
                      <a:pt x="259785" y="88628"/>
                      <a:pt x="256611" y="92804"/>
                      <a:pt x="252017" y="93974"/>
                    </a:cubicBezTo>
                    <a:cubicBezTo>
                      <a:pt x="232554" y="99069"/>
                      <a:pt x="213759" y="106838"/>
                      <a:pt x="196134" y="117196"/>
                    </a:cubicBezTo>
                    <a:cubicBezTo>
                      <a:pt x="192041" y="119618"/>
                      <a:pt x="186862" y="118950"/>
                      <a:pt x="183437" y="115609"/>
                    </a:cubicBezTo>
                    <a:lnTo>
                      <a:pt x="138831" y="71002"/>
                    </a:lnTo>
                    <a:lnTo>
                      <a:pt x="70919" y="138914"/>
                    </a:lnTo>
                    <a:lnTo>
                      <a:pt x="115525" y="183520"/>
                    </a:lnTo>
                    <a:cubicBezTo>
                      <a:pt x="118866" y="186862"/>
                      <a:pt x="119535" y="192124"/>
                      <a:pt x="117112" y="196217"/>
                    </a:cubicBezTo>
                    <a:cubicBezTo>
                      <a:pt x="106754" y="213759"/>
                      <a:pt x="98986" y="232554"/>
                      <a:pt x="93890" y="252017"/>
                    </a:cubicBezTo>
                    <a:cubicBezTo>
                      <a:pt x="92721" y="256611"/>
                      <a:pt x="88544" y="259869"/>
                      <a:pt x="83783" y="259869"/>
                    </a:cubicBezTo>
                    <a:lnTo>
                      <a:pt x="20800" y="259869"/>
                    </a:lnTo>
                    <a:lnTo>
                      <a:pt x="20800" y="355931"/>
                    </a:lnTo>
                    <a:lnTo>
                      <a:pt x="83783" y="355931"/>
                    </a:lnTo>
                    <a:cubicBezTo>
                      <a:pt x="88544" y="355931"/>
                      <a:pt x="92721" y="359105"/>
                      <a:pt x="93890" y="363783"/>
                    </a:cubicBezTo>
                    <a:cubicBezTo>
                      <a:pt x="98986" y="383246"/>
                      <a:pt x="106754" y="402041"/>
                      <a:pt x="117112" y="419666"/>
                    </a:cubicBezTo>
                    <a:cubicBezTo>
                      <a:pt x="119535" y="423759"/>
                      <a:pt x="118866" y="428938"/>
                      <a:pt x="115525" y="432363"/>
                    </a:cubicBezTo>
                    <a:lnTo>
                      <a:pt x="70919" y="476969"/>
                    </a:lnTo>
                    <a:lnTo>
                      <a:pt x="138831" y="544881"/>
                    </a:lnTo>
                    <a:lnTo>
                      <a:pt x="183437" y="500275"/>
                    </a:lnTo>
                    <a:cubicBezTo>
                      <a:pt x="186778" y="496934"/>
                      <a:pt x="192041" y="496265"/>
                      <a:pt x="196134" y="498688"/>
                    </a:cubicBezTo>
                    <a:cubicBezTo>
                      <a:pt x="213676" y="509046"/>
                      <a:pt x="232470" y="516814"/>
                      <a:pt x="252017" y="521910"/>
                    </a:cubicBezTo>
                    <a:cubicBezTo>
                      <a:pt x="256611" y="523079"/>
                      <a:pt x="259785" y="527256"/>
                      <a:pt x="259785" y="532017"/>
                    </a:cubicBezTo>
                    <a:lnTo>
                      <a:pt x="259785" y="595000"/>
                    </a:lnTo>
                    <a:close/>
                    <a:moveTo>
                      <a:pt x="307816" y="425263"/>
                    </a:moveTo>
                    <a:cubicBezTo>
                      <a:pt x="243163" y="425263"/>
                      <a:pt x="190537" y="372638"/>
                      <a:pt x="190537" y="307900"/>
                    </a:cubicBezTo>
                    <a:cubicBezTo>
                      <a:pt x="190537" y="243162"/>
                      <a:pt x="243163" y="190621"/>
                      <a:pt x="307816" y="190621"/>
                    </a:cubicBezTo>
                    <a:cubicBezTo>
                      <a:pt x="372470" y="190621"/>
                      <a:pt x="425096" y="243246"/>
                      <a:pt x="425096" y="307900"/>
                    </a:cubicBezTo>
                    <a:cubicBezTo>
                      <a:pt x="425096" y="372554"/>
                      <a:pt x="372470" y="425263"/>
                      <a:pt x="307816" y="425263"/>
                    </a:cubicBezTo>
                    <a:close/>
                    <a:moveTo>
                      <a:pt x="307816" y="211504"/>
                    </a:moveTo>
                    <a:cubicBezTo>
                      <a:pt x="254606" y="211504"/>
                      <a:pt x="211420" y="254773"/>
                      <a:pt x="211420" y="307900"/>
                    </a:cubicBezTo>
                    <a:cubicBezTo>
                      <a:pt x="211420" y="361027"/>
                      <a:pt x="254690" y="404380"/>
                      <a:pt x="307816" y="404380"/>
                    </a:cubicBezTo>
                    <a:cubicBezTo>
                      <a:pt x="360943" y="404380"/>
                      <a:pt x="404213" y="361110"/>
                      <a:pt x="404213" y="307900"/>
                    </a:cubicBezTo>
                    <a:cubicBezTo>
                      <a:pt x="404213" y="254690"/>
                      <a:pt x="360943" y="211504"/>
                      <a:pt x="307816" y="2115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29"/>
              <p:cNvSpPr/>
              <p:nvPr/>
            </p:nvSpPr>
            <p:spPr>
              <a:xfrm>
                <a:off x="3412525" y="408389"/>
                <a:ext cx="414570" cy="414570"/>
              </a:xfrm>
              <a:custGeom>
                <a:avLst/>
                <a:gdLst/>
                <a:ahLst/>
                <a:cxnLst/>
                <a:rect l="l" t="t" r="r" b="b"/>
                <a:pathLst>
                  <a:path w="414570" h="414570" extrusionOk="0">
                    <a:moveTo>
                      <a:pt x="414404" y="248007"/>
                    </a:moveTo>
                    <a:lnTo>
                      <a:pt x="414404" y="166563"/>
                    </a:lnTo>
                    <a:lnTo>
                      <a:pt x="363198" y="166563"/>
                    </a:lnTo>
                    <a:cubicBezTo>
                      <a:pt x="359439" y="152112"/>
                      <a:pt x="353676" y="138413"/>
                      <a:pt x="346241" y="125800"/>
                    </a:cubicBezTo>
                    <a:lnTo>
                      <a:pt x="382494" y="89547"/>
                    </a:lnTo>
                    <a:lnTo>
                      <a:pt x="324857" y="31909"/>
                    </a:lnTo>
                    <a:lnTo>
                      <a:pt x="288604" y="68162"/>
                    </a:lnTo>
                    <a:cubicBezTo>
                      <a:pt x="275991" y="60728"/>
                      <a:pt x="262375" y="55048"/>
                      <a:pt x="247840" y="51205"/>
                    </a:cubicBezTo>
                    <a:lnTo>
                      <a:pt x="247840" y="0"/>
                    </a:lnTo>
                    <a:lnTo>
                      <a:pt x="166396" y="0"/>
                    </a:lnTo>
                    <a:lnTo>
                      <a:pt x="166396" y="51205"/>
                    </a:lnTo>
                    <a:cubicBezTo>
                      <a:pt x="151945" y="54964"/>
                      <a:pt x="138246" y="60728"/>
                      <a:pt x="125633" y="68162"/>
                    </a:cubicBezTo>
                    <a:lnTo>
                      <a:pt x="89380" y="31909"/>
                    </a:lnTo>
                    <a:lnTo>
                      <a:pt x="31742" y="89547"/>
                    </a:lnTo>
                    <a:lnTo>
                      <a:pt x="67995" y="125800"/>
                    </a:lnTo>
                    <a:cubicBezTo>
                      <a:pt x="60561" y="138413"/>
                      <a:pt x="54881" y="152029"/>
                      <a:pt x="51038" y="166563"/>
                    </a:cubicBezTo>
                    <a:lnTo>
                      <a:pt x="0" y="166563"/>
                    </a:lnTo>
                    <a:lnTo>
                      <a:pt x="0" y="248007"/>
                    </a:lnTo>
                    <a:lnTo>
                      <a:pt x="51205" y="248007"/>
                    </a:lnTo>
                    <a:cubicBezTo>
                      <a:pt x="54964" y="262458"/>
                      <a:pt x="60728" y="276158"/>
                      <a:pt x="68162" y="288771"/>
                    </a:cubicBezTo>
                    <a:lnTo>
                      <a:pt x="31909" y="325024"/>
                    </a:lnTo>
                    <a:lnTo>
                      <a:pt x="89547" y="382661"/>
                    </a:lnTo>
                    <a:lnTo>
                      <a:pt x="125800" y="346408"/>
                    </a:lnTo>
                    <a:cubicBezTo>
                      <a:pt x="138413" y="353843"/>
                      <a:pt x="152029" y="359523"/>
                      <a:pt x="166563" y="363365"/>
                    </a:cubicBezTo>
                    <a:lnTo>
                      <a:pt x="166563" y="414571"/>
                    </a:lnTo>
                    <a:lnTo>
                      <a:pt x="248007" y="414571"/>
                    </a:lnTo>
                    <a:lnTo>
                      <a:pt x="248007" y="363365"/>
                    </a:lnTo>
                    <a:cubicBezTo>
                      <a:pt x="262458" y="359606"/>
                      <a:pt x="276158" y="353843"/>
                      <a:pt x="288771" y="346408"/>
                    </a:cubicBezTo>
                    <a:lnTo>
                      <a:pt x="325024" y="382661"/>
                    </a:lnTo>
                    <a:lnTo>
                      <a:pt x="382661" y="325024"/>
                    </a:lnTo>
                    <a:lnTo>
                      <a:pt x="346408" y="288771"/>
                    </a:lnTo>
                    <a:cubicBezTo>
                      <a:pt x="353843" y="276158"/>
                      <a:pt x="359523" y="262542"/>
                      <a:pt x="363365" y="248007"/>
                    </a:cubicBezTo>
                    <a:lnTo>
                      <a:pt x="414571" y="248007"/>
                    </a:lnTo>
                    <a:close/>
                    <a:moveTo>
                      <a:pt x="207244" y="281754"/>
                    </a:moveTo>
                    <a:cubicBezTo>
                      <a:pt x="166146" y="281754"/>
                      <a:pt x="132816" y="248425"/>
                      <a:pt x="132816" y="207327"/>
                    </a:cubicBezTo>
                    <a:cubicBezTo>
                      <a:pt x="132816" y="166229"/>
                      <a:pt x="166146" y="132900"/>
                      <a:pt x="207244" y="132900"/>
                    </a:cubicBezTo>
                    <a:cubicBezTo>
                      <a:pt x="248341" y="132900"/>
                      <a:pt x="281671" y="166229"/>
                      <a:pt x="281671" y="207327"/>
                    </a:cubicBezTo>
                    <a:cubicBezTo>
                      <a:pt x="281671" y="248425"/>
                      <a:pt x="248341" y="281754"/>
                      <a:pt x="207244" y="2817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29"/>
              <p:cNvSpPr/>
              <p:nvPr/>
            </p:nvSpPr>
            <p:spPr>
              <a:xfrm>
                <a:off x="3402084" y="397947"/>
                <a:ext cx="435286" cy="435370"/>
              </a:xfrm>
              <a:custGeom>
                <a:avLst/>
                <a:gdLst/>
                <a:ahLst/>
                <a:cxnLst/>
                <a:rect l="l" t="t" r="r" b="b"/>
                <a:pathLst>
                  <a:path w="435286" h="435370" extrusionOk="0">
                    <a:moveTo>
                      <a:pt x="258365" y="435370"/>
                    </a:moveTo>
                    <a:lnTo>
                      <a:pt x="176921" y="435370"/>
                    </a:lnTo>
                    <a:cubicBezTo>
                      <a:pt x="171158" y="435370"/>
                      <a:pt x="166480" y="430692"/>
                      <a:pt x="166480" y="424929"/>
                    </a:cubicBezTo>
                    <a:lnTo>
                      <a:pt x="166480" y="381659"/>
                    </a:lnTo>
                    <a:cubicBezTo>
                      <a:pt x="156707" y="378568"/>
                      <a:pt x="147100" y="374642"/>
                      <a:pt x="137995" y="369797"/>
                    </a:cubicBezTo>
                    <a:lnTo>
                      <a:pt x="107339" y="400454"/>
                    </a:lnTo>
                    <a:cubicBezTo>
                      <a:pt x="105418" y="402375"/>
                      <a:pt x="102745" y="403544"/>
                      <a:pt x="99988" y="403544"/>
                    </a:cubicBezTo>
                    <a:lnTo>
                      <a:pt x="99988" y="403544"/>
                    </a:lnTo>
                    <a:cubicBezTo>
                      <a:pt x="97232" y="403544"/>
                      <a:pt x="94559" y="402459"/>
                      <a:pt x="92637" y="400454"/>
                    </a:cubicBezTo>
                    <a:lnTo>
                      <a:pt x="35000" y="342816"/>
                    </a:lnTo>
                    <a:cubicBezTo>
                      <a:pt x="30907" y="338723"/>
                      <a:pt x="30907" y="332124"/>
                      <a:pt x="35000" y="328031"/>
                    </a:cubicBezTo>
                    <a:lnTo>
                      <a:pt x="65656" y="297375"/>
                    </a:lnTo>
                    <a:cubicBezTo>
                      <a:pt x="60812" y="288186"/>
                      <a:pt x="56885" y="278664"/>
                      <a:pt x="53795" y="268890"/>
                    </a:cubicBezTo>
                    <a:lnTo>
                      <a:pt x="10442" y="268890"/>
                    </a:lnTo>
                    <a:cubicBezTo>
                      <a:pt x="4678" y="268890"/>
                      <a:pt x="0" y="264213"/>
                      <a:pt x="0" y="258449"/>
                    </a:cubicBezTo>
                    <a:lnTo>
                      <a:pt x="0" y="177005"/>
                    </a:lnTo>
                    <a:cubicBezTo>
                      <a:pt x="0" y="171241"/>
                      <a:pt x="4678" y="166563"/>
                      <a:pt x="10442" y="166563"/>
                    </a:cubicBezTo>
                    <a:lnTo>
                      <a:pt x="53711" y="166563"/>
                    </a:lnTo>
                    <a:cubicBezTo>
                      <a:pt x="56802" y="156790"/>
                      <a:pt x="60728" y="147267"/>
                      <a:pt x="65573" y="138079"/>
                    </a:cubicBezTo>
                    <a:lnTo>
                      <a:pt x="34916" y="107423"/>
                    </a:lnTo>
                    <a:cubicBezTo>
                      <a:pt x="30823" y="103329"/>
                      <a:pt x="30823" y="96730"/>
                      <a:pt x="34916" y="92637"/>
                    </a:cubicBezTo>
                    <a:lnTo>
                      <a:pt x="92554" y="35000"/>
                    </a:lnTo>
                    <a:cubicBezTo>
                      <a:pt x="96480" y="31074"/>
                      <a:pt x="103413" y="31074"/>
                      <a:pt x="107339" y="35000"/>
                    </a:cubicBezTo>
                    <a:lnTo>
                      <a:pt x="137995" y="65656"/>
                    </a:lnTo>
                    <a:cubicBezTo>
                      <a:pt x="147184" y="60811"/>
                      <a:pt x="156707" y="56885"/>
                      <a:pt x="166480" y="53795"/>
                    </a:cubicBezTo>
                    <a:lnTo>
                      <a:pt x="166480" y="10442"/>
                    </a:lnTo>
                    <a:cubicBezTo>
                      <a:pt x="166480" y="4678"/>
                      <a:pt x="171158" y="0"/>
                      <a:pt x="176921" y="0"/>
                    </a:cubicBezTo>
                    <a:lnTo>
                      <a:pt x="258365" y="0"/>
                    </a:lnTo>
                    <a:cubicBezTo>
                      <a:pt x="264129" y="0"/>
                      <a:pt x="268807" y="4678"/>
                      <a:pt x="268807" y="10442"/>
                    </a:cubicBezTo>
                    <a:lnTo>
                      <a:pt x="268807" y="53795"/>
                    </a:lnTo>
                    <a:cubicBezTo>
                      <a:pt x="278580" y="56885"/>
                      <a:pt x="288103" y="60811"/>
                      <a:pt x="297291" y="65656"/>
                    </a:cubicBezTo>
                    <a:lnTo>
                      <a:pt x="327948" y="35000"/>
                    </a:lnTo>
                    <a:cubicBezTo>
                      <a:pt x="332041" y="30907"/>
                      <a:pt x="338640" y="30907"/>
                      <a:pt x="342733" y="35000"/>
                    </a:cubicBezTo>
                    <a:lnTo>
                      <a:pt x="400370" y="92637"/>
                    </a:lnTo>
                    <a:cubicBezTo>
                      <a:pt x="404463" y="96730"/>
                      <a:pt x="404463" y="103329"/>
                      <a:pt x="400370" y="107423"/>
                    </a:cubicBezTo>
                    <a:lnTo>
                      <a:pt x="369714" y="138079"/>
                    </a:lnTo>
                    <a:cubicBezTo>
                      <a:pt x="374559" y="147267"/>
                      <a:pt x="378485" y="156790"/>
                      <a:pt x="381575" y="166563"/>
                    </a:cubicBezTo>
                    <a:lnTo>
                      <a:pt x="424845" y="166563"/>
                    </a:lnTo>
                    <a:cubicBezTo>
                      <a:pt x="430609" y="166563"/>
                      <a:pt x="435287" y="171241"/>
                      <a:pt x="435287" y="177005"/>
                    </a:cubicBezTo>
                    <a:lnTo>
                      <a:pt x="435287" y="258449"/>
                    </a:lnTo>
                    <a:cubicBezTo>
                      <a:pt x="435287" y="264213"/>
                      <a:pt x="430609" y="268890"/>
                      <a:pt x="424845" y="268890"/>
                    </a:cubicBezTo>
                    <a:lnTo>
                      <a:pt x="381575" y="268890"/>
                    </a:lnTo>
                    <a:cubicBezTo>
                      <a:pt x="378485" y="278664"/>
                      <a:pt x="374559" y="288186"/>
                      <a:pt x="369714" y="297375"/>
                    </a:cubicBezTo>
                    <a:lnTo>
                      <a:pt x="400370" y="328031"/>
                    </a:lnTo>
                    <a:cubicBezTo>
                      <a:pt x="404463" y="332124"/>
                      <a:pt x="404463" y="338723"/>
                      <a:pt x="400370" y="342816"/>
                    </a:cubicBezTo>
                    <a:lnTo>
                      <a:pt x="342733" y="400454"/>
                    </a:lnTo>
                    <a:cubicBezTo>
                      <a:pt x="338640" y="404547"/>
                      <a:pt x="332041" y="404547"/>
                      <a:pt x="327948" y="400454"/>
                    </a:cubicBezTo>
                    <a:lnTo>
                      <a:pt x="297291" y="369797"/>
                    </a:lnTo>
                    <a:cubicBezTo>
                      <a:pt x="288103" y="374642"/>
                      <a:pt x="278580" y="378568"/>
                      <a:pt x="268807" y="381659"/>
                    </a:cubicBezTo>
                    <a:lnTo>
                      <a:pt x="268807" y="424929"/>
                    </a:lnTo>
                    <a:cubicBezTo>
                      <a:pt x="268807" y="430692"/>
                      <a:pt x="264129" y="435370"/>
                      <a:pt x="258365" y="435370"/>
                    </a:cubicBezTo>
                    <a:close/>
                    <a:moveTo>
                      <a:pt x="187363" y="414487"/>
                    </a:moveTo>
                    <a:lnTo>
                      <a:pt x="247924" y="414487"/>
                    </a:lnTo>
                    <a:lnTo>
                      <a:pt x="247924" y="373723"/>
                    </a:lnTo>
                    <a:cubicBezTo>
                      <a:pt x="247924" y="368962"/>
                      <a:pt x="251098" y="364785"/>
                      <a:pt x="255692" y="363616"/>
                    </a:cubicBezTo>
                    <a:cubicBezTo>
                      <a:pt x="268974" y="360191"/>
                      <a:pt x="281754" y="354845"/>
                      <a:pt x="293783" y="347828"/>
                    </a:cubicBezTo>
                    <a:cubicBezTo>
                      <a:pt x="297876" y="345406"/>
                      <a:pt x="303055" y="346074"/>
                      <a:pt x="306480" y="349416"/>
                    </a:cubicBezTo>
                    <a:lnTo>
                      <a:pt x="335299" y="378234"/>
                    </a:lnTo>
                    <a:lnTo>
                      <a:pt x="378151" y="335382"/>
                    </a:lnTo>
                    <a:lnTo>
                      <a:pt x="349332" y="306563"/>
                    </a:lnTo>
                    <a:cubicBezTo>
                      <a:pt x="345991" y="303222"/>
                      <a:pt x="345322" y="297960"/>
                      <a:pt x="347745" y="293867"/>
                    </a:cubicBezTo>
                    <a:cubicBezTo>
                      <a:pt x="354762" y="281838"/>
                      <a:pt x="360108" y="269057"/>
                      <a:pt x="363532" y="255776"/>
                    </a:cubicBezTo>
                    <a:cubicBezTo>
                      <a:pt x="364702" y="251182"/>
                      <a:pt x="368879" y="247924"/>
                      <a:pt x="373640" y="247924"/>
                    </a:cubicBezTo>
                    <a:lnTo>
                      <a:pt x="414404" y="247924"/>
                    </a:lnTo>
                    <a:lnTo>
                      <a:pt x="414404" y="187363"/>
                    </a:lnTo>
                    <a:lnTo>
                      <a:pt x="373640" y="187363"/>
                    </a:lnTo>
                    <a:cubicBezTo>
                      <a:pt x="368879" y="187363"/>
                      <a:pt x="364702" y="184189"/>
                      <a:pt x="363532" y="179511"/>
                    </a:cubicBezTo>
                    <a:cubicBezTo>
                      <a:pt x="360108" y="166229"/>
                      <a:pt x="354762" y="153449"/>
                      <a:pt x="347745" y="141420"/>
                    </a:cubicBezTo>
                    <a:cubicBezTo>
                      <a:pt x="345322" y="137327"/>
                      <a:pt x="345991" y="132148"/>
                      <a:pt x="349332" y="128723"/>
                    </a:cubicBezTo>
                    <a:lnTo>
                      <a:pt x="378151" y="99905"/>
                    </a:lnTo>
                    <a:lnTo>
                      <a:pt x="335299" y="57053"/>
                    </a:lnTo>
                    <a:lnTo>
                      <a:pt x="306480" y="85871"/>
                    </a:lnTo>
                    <a:cubicBezTo>
                      <a:pt x="303139" y="89212"/>
                      <a:pt x="297876" y="89881"/>
                      <a:pt x="293783" y="87458"/>
                    </a:cubicBezTo>
                    <a:cubicBezTo>
                      <a:pt x="281754" y="80442"/>
                      <a:pt x="268974" y="75096"/>
                      <a:pt x="255692" y="71671"/>
                    </a:cubicBezTo>
                    <a:cubicBezTo>
                      <a:pt x="251098" y="70501"/>
                      <a:pt x="247840" y="66325"/>
                      <a:pt x="247840" y="61563"/>
                    </a:cubicBezTo>
                    <a:lnTo>
                      <a:pt x="247840" y="20800"/>
                    </a:lnTo>
                    <a:lnTo>
                      <a:pt x="187279" y="20800"/>
                    </a:lnTo>
                    <a:lnTo>
                      <a:pt x="187279" y="61563"/>
                    </a:lnTo>
                    <a:cubicBezTo>
                      <a:pt x="187279" y="66325"/>
                      <a:pt x="184105" y="70501"/>
                      <a:pt x="179427" y="71671"/>
                    </a:cubicBezTo>
                    <a:cubicBezTo>
                      <a:pt x="166146" y="75096"/>
                      <a:pt x="153365" y="80442"/>
                      <a:pt x="141337" y="87458"/>
                    </a:cubicBezTo>
                    <a:cubicBezTo>
                      <a:pt x="137244" y="89881"/>
                      <a:pt x="132065" y="89212"/>
                      <a:pt x="128640" y="85871"/>
                    </a:cubicBezTo>
                    <a:lnTo>
                      <a:pt x="99821" y="57053"/>
                    </a:lnTo>
                    <a:lnTo>
                      <a:pt x="56969" y="99905"/>
                    </a:lnTo>
                    <a:lnTo>
                      <a:pt x="85788" y="128723"/>
                    </a:lnTo>
                    <a:cubicBezTo>
                      <a:pt x="89129" y="132065"/>
                      <a:pt x="89797" y="137327"/>
                      <a:pt x="87375" y="141420"/>
                    </a:cubicBezTo>
                    <a:cubicBezTo>
                      <a:pt x="80358" y="153449"/>
                      <a:pt x="75012" y="166229"/>
                      <a:pt x="71587" y="179511"/>
                    </a:cubicBezTo>
                    <a:cubicBezTo>
                      <a:pt x="70418" y="184105"/>
                      <a:pt x="66241" y="187363"/>
                      <a:pt x="61480" y="187363"/>
                    </a:cubicBezTo>
                    <a:lnTo>
                      <a:pt x="20883" y="187363"/>
                    </a:lnTo>
                    <a:lnTo>
                      <a:pt x="20883" y="247924"/>
                    </a:lnTo>
                    <a:lnTo>
                      <a:pt x="61647" y="247924"/>
                    </a:lnTo>
                    <a:cubicBezTo>
                      <a:pt x="66408" y="247924"/>
                      <a:pt x="70585" y="251098"/>
                      <a:pt x="71754" y="255776"/>
                    </a:cubicBezTo>
                    <a:cubicBezTo>
                      <a:pt x="75179" y="269057"/>
                      <a:pt x="80525" y="281838"/>
                      <a:pt x="87542" y="293867"/>
                    </a:cubicBezTo>
                    <a:cubicBezTo>
                      <a:pt x="89964" y="297960"/>
                      <a:pt x="89296" y="303139"/>
                      <a:pt x="85955" y="306563"/>
                    </a:cubicBezTo>
                    <a:lnTo>
                      <a:pt x="57136" y="335382"/>
                    </a:lnTo>
                    <a:lnTo>
                      <a:pt x="99988" y="378234"/>
                    </a:lnTo>
                    <a:lnTo>
                      <a:pt x="128807" y="349416"/>
                    </a:lnTo>
                    <a:cubicBezTo>
                      <a:pt x="132148" y="346074"/>
                      <a:pt x="137327" y="345406"/>
                      <a:pt x="141504" y="347828"/>
                    </a:cubicBezTo>
                    <a:cubicBezTo>
                      <a:pt x="153532" y="354845"/>
                      <a:pt x="166313" y="360191"/>
                      <a:pt x="179594" y="363616"/>
                    </a:cubicBezTo>
                    <a:cubicBezTo>
                      <a:pt x="184189" y="364785"/>
                      <a:pt x="187363" y="368962"/>
                      <a:pt x="187363" y="373723"/>
                    </a:cubicBezTo>
                    <a:lnTo>
                      <a:pt x="187363" y="414487"/>
                    </a:lnTo>
                    <a:close/>
                    <a:moveTo>
                      <a:pt x="217685" y="302637"/>
                    </a:moveTo>
                    <a:cubicBezTo>
                      <a:pt x="170907" y="302637"/>
                      <a:pt x="132816" y="264547"/>
                      <a:pt x="132816" y="217769"/>
                    </a:cubicBezTo>
                    <a:cubicBezTo>
                      <a:pt x="132816" y="170991"/>
                      <a:pt x="170907" y="132900"/>
                      <a:pt x="217685" y="132900"/>
                    </a:cubicBezTo>
                    <a:cubicBezTo>
                      <a:pt x="264463" y="132900"/>
                      <a:pt x="302554" y="170991"/>
                      <a:pt x="302554" y="217769"/>
                    </a:cubicBezTo>
                    <a:cubicBezTo>
                      <a:pt x="302554" y="264547"/>
                      <a:pt x="264463" y="302637"/>
                      <a:pt x="217685" y="302637"/>
                    </a:cubicBezTo>
                    <a:close/>
                    <a:moveTo>
                      <a:pt x="217685" y="153699"/>
                    </a:moveTo>
                    <a:cubicBezTo>
                      <a:pt x="182351" y="153699"/>
                      <a:pt x="153699" y="182435"/>
                      <a:pt x="153699" y="217685"/>
                    </a:cubicBezTo>
                    <a:cubicBezTo>
                      <a:pt x="153699" y="252936"/>
                      <a:pt x="182435" y="281671"/>
                      <a:pt x="217685" y="281671"/>
                    </a:cubicBezTo>
                    <a:cubicBezTo>
                      <a:pt x="252936" y="281671"/>
                      <a:pt x="281671" y="252936"/>
                      <a:pt x="281671" y="217685"/>
                    </a:cubicBezTo>
                    <a:cubicBezTo>
                      <a:pt x="281671" y="182435"/>
                      <a:pt x="252936" y="153699"/>
                      <a:pt x="217685" y="15369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" name="Google Shape;178;p29"/>
            <p:cNvGrpSpPr/>
            <p:nvPr/>
          </p:nvGrpSpPr>
          <p:grpSpPr>
            <a:xfrm>
              <a:off x="2696115" y="996265"/>
              <a:ext cx="3751769" cy="2283292"/>
              <a:chOff x="3791501" y="950801"/>
              <a:chExt cx="4913265" cy="2990167"/>
            </a:xfrm>
          </p:grpSpPr>
          <p:sp>
            <p:nvSpPr>
              <p:cNvPr id="179" name="Google Shape;179;p29"/>
              <p:cNvSpPr/>
              <p:nvPr/>
            </p:nvSpPr>
            <p:spPr>
              <a:xfrm>
                <a:off x="5809106" y="1526057"/>
                <a:ext cx="2892183" cy="2410986"/>
              </a:xfrm>
              <a:custGeom>
                <a:avLst/>
                <a:gdLst/>
                <a:ahLst/>
                <a:cxnLst/>
                <a:rect l="l" t="t" r="r" b="b"/>
                <a:pathLst>
                  <a:path w="2892183" h="2410986" extrusionOk="0">
                    <a:moveTo>
                      <a:pt x="562967" y="2410986"/>
                    </a:moveTo>
                    <a:cubicBezTo>
                      <a:pt x="534232" y="2410986"/>
                      <a:pt x="512180" y="2407895"/>
                      <a:pt x="497896" y="2393361"/>
                    </a:cubicBezTo>
                    <a:cubicBezTo>
                      <a:pt x="485533" y="2380831"/>
                      <a:pt x="480438" y="2361452"/>
                      <a:pt x="480939" y="2328623"/>
                    </a:cubicBezTo>
                    <a:cubicBezTo>
                      <a:pt x="482693" y="2214769"/>
                      <a:pt x="483361" y="2092060"/>
                      <a:pt x="483111" y="1942370"/>
                    </a:cubicBezTo>
                    <a:cubicBezTo>
                      <a:pt x="483111" y="1911547"/>
                      <a:pt x="483111" y="1880723"/>
                      <a:pt x="482944" y="1849983"/>
                    </a:cubicBezTo>
                    <a:lnTo>
                      <a:pt x="482693" y="1724016"/>
                    </a:lnTo>
                    <a:cubicBezTo>
                      <a:pt x="482693" y="1684172"/>
                      <a:pt x="482526" y="1644327"/>
                      <a:pt x="482359" y="1604649"/>
                    </a:cubicBezTo>
                    <a:cubicBezTo>
                      <a:pt x="482359" y="1564721"/>
                      <a:pt x="478600" y="1534398"/>
                      <a:pt x="470999" y="1511928"/>
                    </a:cubicBezTo>
                    <a:cubicBezTo>
                      <a:pt x="470664" y="1510926"/>
                      <a:pt x="470581" y="1510592"/>
                      <a:pt x="470330" y="1510174"/>
                    </a:cubicBezTo>
                    <a:cubicBezTo>
                      <a:pt x="470080" y="1509589"/>
                      <a:pt x="469913" y="1509088"/>
                      <a:pt x="469746" y="1508503"/>
                    </a:cubicBezTo>
                    <a:cubicBezTo>
                      <a:pt x="467240" y="1501320"/>
                      <a:pt x="464149" y="1494637"/>
                      <a:pt x="460390" y="1488623"/>
                    </a:cubicBezTo>
                    <a:cubicBezTo>
                      <a:pt x="458302" y="1485114"/>
                      <a:pt x="456130" y="1482191"/>
                      <a:pt x="454209" y="1479601"/>
                    </a:cubicBezTo>
                    <a:lnTo>
                      <a:pt x="454209" y="1479601"/>
                    </a:lnTo>
                    <a:cubicBezTo>
                      <a:pt x="453624" y="1478933"/>
                      <a:pt x="452956" y="1478098"/>
                      <a:pt x="452371" y="1477346"/>
                    </a:cubicBezTo>
                    <a:cubicBezTo>
                      <a:pt x="452371" y="1477262"/>
                      <a:pt x="452204" y="1477179"/>
                      <a:pt x="452120" y="1477095"/>
                    </a:cubicBezTo>
                    <a:cubicBezTo>
                      <a:pt x="449447" y="1474255"/>
                      <a:pt x="447275" y="1472083"/>
                      <a:pt x="445020" y="1470162"/>
                    </a:cubicBezTo>
                    <a:cubicBezTo>
                      <a:pt x="442848" y="1468157"/>
                      <a:pt x="440927" y="1466570"/>
                      <a:pt x="438839" y="1465150"/>
                    </a:cubicBezTo>
                    <a:cubicBezTo>
                      <a:pt x="438254" y="1464816"/>
                      <a:pt x="437669" y="1464398"/>
                      <a:pt x="437168" y="1463981"/>
                    </a:cubicBezTo>
                    <a:cubicBezTo>
                      <a:pt x="422299" y="1453790"/>
                      <a:pt x="402836" y="1447441"/>
                      <a:pt x="377526" y="1444518"/>
                    </a:cubicBezTo>
                    <a:cubicBezTo>
                      <a:pt x="362657" y="1442763"/>
                      <a:pt x="346536" y="1442262"/>
                      <a:pt x="328158" y="1442847"/>
                    </a:cubicBezTo>
                    <a:lnTo>
                      <a:pt x="326488" y="1442847"/>
                    </a:lnTo>
                    <a:cubicBezTo>
                      <a:pt x="321309" y="1442847"/>
                      <a:pt x="315795" y="1443265"/>
                      <a:pt x="310199" y="1443515"/>
                    </a:cubicBezTo>
                    <a:cubicBezTo>
                      <a:pt x="268683" y="1445854"/>
                      <a:pt x="229423" y="1441176"/>
                      <a:pt x="192753" y="1429398"/>
                    </a:cubicBezTo>
                    <a:cubicBezTo>
                      <a:pt x="186237" y="1427310"/>
                      <a:pt x="179722" y="1424971"/>
                      <a:pt x="173289" y="1422382"/>
                    </a:cubicBezTo>
                    <a:cubicBezTo>
                      <a:pt x="173039" y="1422382"/>
                      <a:pt x="172788" y="1422215"/>
                      <a:pt x="172621" y="1422131"/>
                    </a:cubicBezTo>
                    <a:cubicBezTo>
                      <a:pt x="107132" y="1395902"/>
                      <a:pt x="55091" y="1346952"/>
                      <a:pt x="26189" y="1284303"/>
                    </a:cubicBezTo>
                    <a:cubicBezTo>
                      <a:pt x="18254" y="1267429"/>
                      <a:pt x="12072" y="1249553"/>
                      <a:pt x="7896" y="1231427"/>
                    </a:cubicBezTo>
                    <a:cubicBezTo>
                      <a:pt x="7896" y="1231260"/>
                      <a:pt x="7896" y="1231093"/>
                      <a:pt x="7812" y="1230842"/>
                    </a:cubicBezTo>
                    <a:cubicBezTo>
                      <a:pt x="2215" y="1207286"/>
                      <a:pt x="-374" y="1182477"/>
                      <a:pt x="44" y="1157000"/>
                    </a:cubicBezTo>
                    <a:cubicBezTo>
                      <a:pt x="1547" y="1078061"/>
                      <a:pt x="34542" y="1006391"/>
                      <a:pt x="92931" y="955186"/>
                    </a:cubicBezTo>
                    <a:cubicBezTo>
                      <a:pt x="154077" y="901474"/>
                      <a:pt x="238278" y="876164"/>
                      <a:pt x="324065" y="885770"/>
                    </a:cubicBezTo>
                    <a:cubicBezTo>
                      <a:pt x="376858" y="891701"/>
                      <a:pt x="416703" y="883097"/>
                      <a:pt x="442430" y="860209"/>
                    </a:cubicBezTo>
                    <a:cubicBezTo>
                      <a:pt x="468409" y="837071"/>
                      <a:pt x="481774" y="797811"/>
                      <a:pt x="482108" y="743515"/>
                    </a:cubicBezTo>
                    <a:cubicBezTo>
                      <a:pt x="483445" y="518729"/>
                      <a:pt x="484447" y="298705"/>
                      <a:pt x="481356" y="78681"/>
                    </a:cubicBezTo>
                    <a:cubicBezTo>
                      <a:pt x="480939" y="47273"/>
                      <a:pt x="486034" y="28645"/>
                      <a:pt x="498481" y="16366"/>
                    </a:cubicBezTo>
                    <a:cubicBezTo>
                      <a:pt x="511010" y="4003"/>
                      <a:pt x="529471" y="-674"/>
                      <a:pt x="562466" y="77"/>
                    </a:cubicBezTo>
                    <a:cubicBezTo>
                      <a:pt x="704638" y="3502"/>
                      <a:pt x="849233" y="2166"/>
                      <a:pt x="989066" y="913"/>
                    </a:cubicBezTo>
                    <a:lnTo>
                      <a:pt x="1009865" y="746"/>
                    </a:lnTo>
                    <a:cubicBezTo>
                      <a:pt x="1048290" y="746"/>
                      <a:pt x="1067503" y="12941"/>
                      <a:pt x="1082288" y="48359"/>
                    </a:cubicBezTo>
                    <a:cubicBezTo>
                      <a:pt x="1119042" y="136402"/>
                      <a:pt x="1170164" y="209326"/>
                      <a:pt x="1234149" y="265042"/>
                    </a:cubicBezTo>
                    <a:cubicBezTo>
                      <a:pt x="1246679" y="275984"/>
                      <a:pt x="1259209" y="285925"/>
                      <a:pt x="1272574" y="295364"/>
                    </a:cubicBezTo>
                    <a:cubicBezTo>
                      <a:pt x="1297467" y="313073"/>
                      <a:pt x="1324448" y="328526"/>
                      <a:pt x="1353016" y="341223"/>
                    </a:cubicBezTo>
                    <a:cubicBezTo>
                      <a:pt x="1383088" y="354755"/>
                      <a:pt x="1414913" y="365280"/>
                      <a:pt x="1447825" y="372548"/>
                    </a:cubicBezTo>
                    <a:lnTo>
                      <a:pt x="1462276" y="375555"/>
                    </a:lnTo>
                    <a:cubicBezTo>
                      <a:pt x="1470295" y="376975"/>
                      <a:pt x="1477813" y="378228"/>
                      <a:pt x="1484997" y="379063"/>
                    </a:cubicBezTo>
                    <a:cubicBezTo>
                      <a:pt x="1488672" y="379732"/>
                      <a:pt x="1491930" y="380066"/>
                      <a:pt x="1495188" y="380483"/>
                    </a:cubicBezTo>
                    <a:lnTo>
                      <a:pt x="1497193" y="380734"/>
                    </a:lnTo>
                    <a:cubicBezTo>
                      <a:pt x="1500200" y="381152"/>
                      <a:pt x="1503123" y="381486"/>
                      <a:pt x="1505964" y="381736"/>
                    </a:cubicBezTo>
                    <a:cubicBezTo>
                      <a:pt x="1512145" y="382405"/>
                      <a:pt x="1518076" y="382989"/>
                      <a:pt x="1524007" y="383323"/>
                    </a:cubicBezTo>
                    <a:cubicBezTo>
                      <a:pt x="1536871" y="384242"/>
                      <a:pt x="1549818" y="384660"/>
                      <a:pt x="1563684" y="384660"/>
                    </a:cubicBezTo>
                    <a:cubicBezTo>
                      <a:pt x="1568028" y="384660"/>
                      <a:pt x="1572372" y="384660"/>
                      <a:pt x="1576632" y="384409"/>
                    </a:cubicBezTo>
                    <a:cubicBezTo>
                      <a:pt x="1806763" y="378479"/>
                      <a:pt x="1969150" y="265794"/>
                      <a:pt x="2059365" y="49528"/>
                    </a:cubicBezTo>
                    <a:cubicBezTo>
                      <a:pt x="2072145" y="19039"/>
                      <a:pt x="2088267" y="495"/>
                      <a:pt x="2130701" y="579"/>
                    </a:cubicBezTo>
                    <a:cubicBezTo>
                      <a:pt x="2403602" y="2416"/>
                      <a:pt x="2625296" y="2416"/>
                      <a:pt x="2828447" y="412"/>
                    </a:cubicBezTo>
                    <a:cubicBezTo>
                      <a:pt x="2852086" y="-6"/>
                      <a:pt x="2867707" y="4505"/>
                      <a:pt x="2877814" y="14612"/>
                    </a:cubicBezTo>
                    <a:cubicBezTo>
                      <a:pt x="2889926" y="26641"/>
                      <a:pt x="2892265" y="44851"/>
                      <a:pt x="2892182" y="68490"/>
                    </a:cubicBezTo>
                    <a:cubicBezTo>
                      <a:pt x="2891180" y="324099"/>
                      <a:pt x="2891263" y="584052"/>
                      <a:pt x="2891346" y="835400"/>
                    </a:cubicBezTo>
                    <a:cubicBezTo>
                      <a:pt x="2891346" y="913419"/>
                      <a:pt x="2891346" y="991439"/>
                      <a:pt x="2891346" y="1069458"/>
                    </a:cubicBezTo>
                    <a:lnTo>
                      <a:pt x="2891346" y="1341940"/>
                    </a:lnTo>
                    <a:lnTo>
                      <a:pt x="2880905" y="1341940"/>
                    </a:lnTo>
                    <a:lnTo>
                      <a:pt x="2891346" y="1341940"/>
                    </a:lnTo>
                    <a:cubicBezTo>
                      <a:pt x="2891346" y="1571654"/>
                      <a:pt x="2891513" y="1801117"/>
                      <a:pt x="2891263" y="2030664"/>
                    </a:cubicBezTo>
                    <a:cubicBezTo>
                      <a:pt x="2891012" y="2271320"/>
                      <a:pt x="2753435" y="2409483"/>
                      <a:pt x="2513781" y="2409650"/>
                    </a:cubicBezTo>
                    <a:cubicBezTo>
                      <a:pt x="2406859" y="2409650"/>
                      <a:pt x="2300021" y="2409650"/>
                      <a:pt x="2193267" y="2409650"/>
                    </a:cubicBezTo>
                    <a:lnTo>
                      <a:pt x="1805427" y="2409650"/>
                    </a:lnTo>
                    <a:cubicBezTo>
                      <a:pt x="1709949" y="2409650"/>
                      <a:pt x="1614472" y="2409650"/>
                      <a:pt x="1519078" y="2409733"/>
                    </a:cubicBezTo>
                    <a:lnTo>
                      <a:pt x="1519078" y="2409733"/>
                    </a:lnTo>
                    <a:cubicBezTo>
                      <a:pt x="1519078" y="2409733"/>
                      <a:pt x="1518493" y="2409733"/>
                      <a:pt x="1518159" y="2409733"/>
                    </a:cubicBezTo>
                    <a:cubicBezTo>
                      <a:pt x="1517825" y="2409733"/>
                      <a:pt x="1517491" y="2409733"/>
                      <a:pt x="1517073" y="2409733"/>
                    </a:cubicBezTo>
                    <a:cubicBezTo>
                      <a:pt x="1516739" y="2409733"/>
                      <a:pt x="1516321" y="2409733"/>
                      <a:pt x="1516071" y="2409733"/>
                    </a:cubicBezTo>
                    <a:cubicBezTo>
                      <a:pt x="1506465" y="2409650"/>
                      <a:pt x="1496775" y="2409650"/>
                      <a:pt x="1487085" y="2409733"/>
                    </a:cubicBezTo>
                    <a:cubicBezTo>
                      <a:pt x="1459185" y="2409650"/>
                      <a:pt x="1431286" y="2409733"/>
                      <a:pt x="1403469" y="2409733"/>
                    </a:cubicBezTo>
                    <a:cubicBezTo>
                      <a:pt x="1326035" y="2409733"/>
                      <a:pt x="1248684" y="2409733"/>
                      <a:pt x="1171250" y="2409900"/>
                    </a:cubicBezTo>
                    <a:lnTo>
                      <a:pt x="1154710" y="2409900"/>
                    </a:lnTo>
                    <a:cubicBezTo>
                      <a:pt x="1133994" y="2409900"/>
                      <a:pt x="1113278" y="2409900"/>
                      <a:pt x="1092479" y="2409900"/>
                    </a:cubicBezTo>
                    <a:lnTo>
                      <a:pt x="1077777" y="2409900"/>
                    </a:lnTo>
                    <a:cubicBezTo>
                      <a:pt x="897097" y="2409984"/>
                      <a:pt x="717001" y="2410485"/>
                      <a:pt x="564722" y="2410903"/>
                    </a:cubicBezTo>
                    <a:cubicBezTo>
                      <a:pt x="564137" y="2410903"/>
                      <a:pt x="563469" y="2410903"/>
                      <a:pt x="562884" y="2410903"/>
                    </a:cubicBezTo>
                    <a:close/>
                    <a:moveTo>
                      <a:pt x="489626" y="1502155"/>
                    </a:moveTo>
                    <a:cubicBezTo>
                      <a:pt x="490127" y="1503324"/>
                      <a:pt x="490545" y="1504494"/>
                      <a:pt x="490879" y="1505747"/>
                    </a:cubicBezTo>
                    <a:cubicBezTo>
                      <a:pt x="499233" y="1530138"/>
                      <a:pt x="503159" y="1561797"/>
                      <a:pt x="503159" y="1604565"/>
                    </a:cubicBezTo>
                    <a:cubicBezTo>
                      <a:pt x="503326" y="1644243"/>
                      <a:pt x="503409" y="1684172"/>
                      <a:pt x="503493" y="1723933"/>
                    </a:cubicBezTo>
                    <a:lnTo>
                      <a:pt x="503743" y="1849900"/>
                    </a:lnTo>
                    <a:cubicBezTo>
                      <a:pt x="503743" y="1880723"/>
                      <a:pt x="503910" y="1911547"/>
                      <a:pt x="503910" y="1942286"/>
                    </a:cubicBezTo>
                    <a:cubicBezTo>
                      <a:pt x="504244" y="2092060"/>
                      <a:pt x="503493" y="2214936"/>
                      <a:pt x="501738" y="2328874"/>
                    </a:cubicBezTo>
                    <a:cubicBezTo>
                      <a:pt x="501321" y="2355187"/>
                      <a:pt x="504662" y="2370557"/>
                      <a:pt x="512681" y="2378659"/>
                    </a:cubicBezTo>
                    <a:cubicBezTo>
                      <a:pt x="520784" y="2386845"/>
                      <a:pt x="535987" y="2390019"/>
                      <a:pt x="564722" y="2390019"/>
                    </a:cubicBezTo>
                    <a:cubicBezTo>
                      <a:pt x="717001" y="2389602"/>
                      <a:pt x="897097" y="2389101"/>
                      <a:pt x="1077777" y="2389017"/>
                    </a:cubicBezTo>
                    <a:lnTo>
                      <a:pt x="1092479" y="2389017"/>
                    </a:lnTo>
                    <a:cubicBezTo>
                      <a:pt x="1113278" y="2389017"/>
                      <a:pt x="1133994" y="2389017"/>
                      <a:pt x="1154710" y="2389017"/>
                    </a:cubicBezTo>
                    <a:lnTo>
                      <a:pt x="1171250" y="2389017"/>
                    </a:lnTo>
                    <a:cubicBezTo>
                      <a:pt x="1248684" y="2388850"/>
                      <a:pt x="1326035" y="2388850"/>
                      <a:pt x="1403469" y="2388850"/>
                    </a:cubicBezTo>
                    <a:cubicBezTo>
                      <a:pt x="1431286" y="2388850"/>
                      <a:pt x="1459185" y="2388850"/>
                      <a:pt x="1487002" y="2388850"/>
                    </a:cubicBezTo>
                    <a:cubicBezTo>
                      <a:pt x="1496441" y="2388767"/>
                      <a:pt x="1506130" y="2388767"/>
                      <a:pt x="1515737" y="2388850"/>
                    </a:cubicBezTo>
                    <a:cubicBezTo>
                      <a:pt x="1516990" y="2388767"/>
                      <a:pt x="1518159" y="2388767"/>
                      <a:pt x="1519412" y="2388850"/>
                    </a:cubicBezTo>
                    <a:cubicBezTo>
                      <a:pt x="1614639" y="2388767"/>
                      <a:pt x="1710033" y="2388767"/>
                      <a:pt x="1805343" y="2388767"/>
                    </a:cubicBezTo>
                    <a:lnTo>
                      <a:pt x="2193184" y="2388767"/>
                    </a:lnTo>
                    <a:cubicBezTo>
                      <a:pt x="2299938" y="2388767"/>
                      <a:pt x="2406776" y="2388767"/>
                      <a:pt x="2513697" y="2388767"/>
                    </a:cubicBezTo>
                    <a:cubicBezTo>
                      <a:pt x="2740069" y="2388600"/>
                      <a:pt x="2870046" y="2258039"/>
                      <a:pt x="2870296" y="2030664"/>
                    </a:cubicBezTo>
                    <a:cubicBezTo>
                      <a:pt x="2870547" y="1801117"/>
                      <a:pt x="2870463" y="1571654"/>
                      <a:pt x="2870380" y="1342024"/>
                    </a:cubicBezTo>
                    <a:lnTo>
                      <a:pt x="2870380" y="1342024"/>
                    </a:lnTo>
                    <a:lnTo>
                      <a:pt x="2870380" y="1069458"/>
                    </a:lnTo>
                    <a:cubicBezTo>
                      <a:pt x="2870380" y="991439"/>
                      <a:pt x="2870380" y="913419"/>
                      <a:pt x="2870380" y="835400"/>
                    </a:cubicBezTo>
                    <a:cubicBezTo>
                      <a:pt x="2870296" y="584052"/>
                      <a:pt x="2870129" y="324099"/>
                      <a:pt x="2871215" y="68407"/>
                    </a:cubicBezTo>
                    <a:cubicBezTo>
                      <a:pt x="2871299" y="46354"/>
                      <a:pt x="2868960" y="35411"/>
                      <a:pt x="2863029" y="29397"/>
                    </a:cubicBezTo>
                    <a:cubicBezTo>
                      <a:pt x="2857265" y="23717"/>
                      <a:pt x="2846323" y="21044"/>
                      <a:pt x="2828614" y="21295"/>
                    </a:cubicBezTo>
                    <a:cubicBezTo>
                      <a:pt x="2625380" y="23299"/>
                      <a:pt x="2403518" y="23299"/>
                      <a:pt x="2130535" y="21462"/>
                    </a:cubicBezTo>
                    <a:cubicBezTo>
                      <a:pt x="2101799" y="20960"/>
                      <a:pt x="2090689" y="28980"/>
                      <a:pt x="2078661" y="57548"/>
                    </a:cubicBezTo>
                    <a:cubicBezTo>
                      <a:pt x="1984938" y="282082"/>
                      <a:pt x="1816286" y="399111"/>
                      <a:pt x="1577300" y="405293"/>
                    </a:cubicBezTo>
                    <a:cubicBezTo>
                      <a:pt x="1572873" y="405459"/>
                      <a:pt x="1568195" y="405543"/>
                      <a:pt x="1563768" y="405543"/>
                    </a:cubicBezTo>
                    <a:cubicBezTo>
                      <a:pt x="1549317" y="405543"/>
                      <a:pt x="1535952" y="405125"/>
                      <a:pt x="1522754" y="404207"/>
                    </a:cubicBezTo>
                    <a:cubicBezTo>
                      <a:pt x="1516489" y="403872"/>
                      <a:pt x="1510140" y="403288"/>
                      <a:pt x="1503875" y="402619"/>
                    </a:cubicBezTo>
                    <a:cubicBezTo>
                      <a:pt x="1500952" y="402369"/>
                      <a:pt x="1497694" y="402035"/>
                      <a:pt x="1494436" y="401617"/>
                    </a:cubicBezTo>
                    <a:lnTo>
                      <a:pt x="1492431" y="401366"/>
                    </a:lnTo>
                    <a:cubicBezTo>
                      <a:pt x="1488923" y="400949"/>
                      <a:pt x="1485415" y="400531"/>
                      <a:pt x="1481823" y="399863"/>
                    </a:cubicBezTo>
                    <a:cubicBezTo>
                      <a:pt x="1474723" y="398944"/>
                      <a:pt x="1466870" y="397775"/>
                      <a:pt x="1458267" y="396187"/>
                    </a:cubicBezTo>
                    <a:lnTo>
                      <a:pt x="1443481" y="393097"/>
                    </a:lnTo>
                    <a:cubicBezTo>
                      <a:pt x="1409066" y="385495"/>
                      <a:pt x="1375820" y="374553"/>
                      <a:pt x="1344495" y="360352"/>
                    </a:cubicBezTo>
                    <a:cubicBezTo>
                      <a:pt x="1314758" y="347071"/>
                      <a:pt x="1286524" y="330949"/>
                      <a:pt x="1260546" y="312488"/>
                    </a:cubicBezTo>
                    <a:cubicBezTo>
                      <a:pt x="1246763" y="302715"/>
                      <a:pt x="1233314" y="292106"/>
                      <a:pt x="1220450" y="280829"/>
                    </a:cubicBezTo>
                    <a:cubicBezTo>
                      <a:pt x="1154042" y="223025"/>
                      <a:pt x="1101083" y="147512"/>
                      <a:pt x="1063075" y="56462"/>
                    </a:cubicBezTo>
                    <a:cubicBezTo>
                      <a:pt x="1051715" y="29314"/>
                      <a:pt x="1040522" y="21712"/>
                      <a:pt x="1011369" y="21712"/>
                    </a:cubicBezTo>
                    <a:cubicBezTo>
                      <a:pt x="1010951" y="21712"/>
                      <a:pt x="1010534" y="21712"/>
                      <a:pt x="1010032" y="21712"/>
                    </a:cubicBezTo>
                    <a:lnTo>
                      <a:pt x="989233" y="21879"/>
                    </a:lnTo>
                    <a:cubicBezTo>
                      <a:pt x="849233" y="23132"/>
                      <a:pt x="704471" y="24469"/>
                      <a:pt x="561882" y="21044"/>
                    </a:cubicBezTo>
                    <a:cubicBezTo>
                      <a:pt x="535652" y="20376"/>
                      <a:pt x="521034" y="23466"/>
                      <a:pt x="513099" y="31318"/>
                    </a:cubicBezTo>
                    <a:cubicBezTo>
                      <a:pt x="505163" y="39087"/>
                      <a:pt x="501822" y="53705"/>
                      <a:pt x="502156" y="78514"/>
                    </a:cubicBezTo>
                    <a:cubicBezTo>
                      <a:pt x="505247" y="298705"/>
                      <a:pt x="504244" y="518813"/>
                      <a:pt x="502908" y="743682"/>
                    </a:cubicBezTo>
                    <a:cubicBezTo>
                      <a:pt x="502574" y="804159"/>
                      <a:pt x="486870" y="848598"/>
                      <a:pt x="456297" y="875830"/>
                    </a:cubicBezTo>
                    <a:cubicBezTo>
                      <a:pt x="425975" y="902811"/>
                      <a:pt x="380700" y="913085"/>
                      <a:pt x="321810" y="906486"/>
                    </a:cubicBezTo>
                    <a:cubicBezTo>
                      <a:pt x="240700" y="897465"/>
                      <a:pt x="164351" y="920269"/>
                      <a:pt x="106714" y="970890"/>
                    </a:cubicBezTo>
                    <a:cubicBezTo>
                      <a:pt x="52836" y="1018169"/>
                      <a:pt x="22347" y="1084410"/>
                      <a:pt x="20927" y="1157417"/>
                    </a:cubicBezTo>
                    <a:cubicBezTo>
                      <a:pt x="20509" y="1181307"/>
                      <a:pt x="23015" y="1204529"/>
                      <a:pt x="28277" y="1226582"/>
                    </a:cubicBezTo>
                    <a:cubicBezTo>
                      <a:pt x="28277" y="1226832"/>
                      <a:pt x="28361" y="1226999"/>
                      <a:pt x="28444" y="1227250"/>
                    </a:cubicBezTo>
                    <a:cubicBezTo>
                      <a:pt x="32370" y="1243873"/>
                      <a:pt x="37967" y="1260078"/>
                      <a:pt x="45235" y="1275532"/>
                    </a:cubicBezTo>
                    <a:cubicBezTo>
                      <a:pt x="71798" y="1333085"/>
                      <a:pt x="119662" y="1378193"/>
                      <a:pt x="179889" y="1402501"/>
                    </a:cubicBezTo>
                    <a:cubicBezTo>
                      <a:pt x="180139" y="1402501"/>
                      <a:pt x="180390" y="1402668"/>
                      <a:pt x="180724" y="1402751"/>
                    </a:cubicBezTo>
                    <a:cubicBezTo>
                      <a:pt x="186905" y="1405258"/>
                      <a:pt x="193003" y="1407513"/>
                      <a:pt x="199268" y="1409517"/>
                    </a:cubicBezTo>
                    <a:cubicBezTo>
                      <a:pt x="233516" y="1420544"/>
                      <a:pt x="270271" y="1424971"/>
                      <a:pt x="308528" y="1422716"/>
                    </a:cubicBezTo>
                    <a:cubicBezTo>
                      <a:pt x="315127" y="1422382"/>
                      <a:pt x="320891" y="1422047"/>
                      <a:pt x="326571" y="1421964"/>
                    </a:cubicBezTo>
                    <a:lnTo>
                      <a:pt x="328075" y="1421964"/>
                    </a:lnTo>
                    <a:cubicBezTo>
                      <a:pt x="347204" y="1421379"/>
                      <a:pt x="364328" y="1421964"/>
                      <a:pt x="380115" y="1423802"/>
                    </a:cubicBezTo>
                    <a:cubicBezTo>
                      <a:pt x="409435" y="1427143"/>
                      <a:pt x="432407" y="1434911"/>
                      <a:pt x="450282" y="1447525"/>
                    </a:cubicBezTo>
                    <a:cubicBezTo>
                      <a:pt x="450533" y="1447692"/>
                      <a:pt x="450784" y="1447859"/>
                      <a:pt x="450951" y="1448026"/>
                    </a:cubicBezTo>
                    <a:cubicBezTo>
                      <a:pt x="453874" y="1450031"/>
                      <a:pt x="456547" y="1452203"/>
                      <a:pt x="459137" y="1454625"/>
                    </a:cubicBezTo>
                    <a:cubicBezTo>
                      <a:pt x="461894" y="1456964"/>
                      <a:pt x="464901" y="1459887"/>
                      <a:pt x="468075" y="1463396"/>
                    </a:cubicBezTo>
                    <a:cubicBezTo>
                      <a:pt x="468325" y="1463646"/>
                      <a:pt x="468492" y="1463897"/>
                      <a:pt x="468743" y="1464148"/>
                    </a:cubicBezTo>
                    <a:cubicBezTo>
                      <a:pt x="468910" y="1464315"/>
                      <a:pt x="469077" y="1464565"/>
                      <a:pt x="469244" y="1464732"/>
                    </a:cubicBezTo>
                    <a:cubicBezTo>
                      <a:pt x="469495" y="1465066"/>
                      <a:pt x="469746" y="1465317"/>
                      <a:pt x="469996" y="1465651"/>
                    </a:cubicBezTo>
                    <a:cubicBezTo>
                      <a:pt x="470247" y="1465902"/>
                      <a:pt x="470497" y="1466236"/>
                      <a:pt x="470748" y="1466487"/>
                    </a:cubicBezTo>
                    <a:cubicBezTo>
                      <a:pt x="473003" y="1469410"/>
                      <a:pt x="475843" y="1473336"/>
                      <a:pt x="478433" y="1477680"/>
                    </a:cubicBezTo>
                    <a:cubicBezTo>
                      <a:pt x="482944" y="1484947"/>
                      <a:pt x="486870" y="1493217"/>
                      <a:pt x="489877" y="1501988"/>
                    </a:cubicBezTo>
                    <a:lnTo>
                      <a:pt x="489877" y="1501988"/>
                    </a:lnTo>
                    <a:cubicBezTo>
                      <a:pt x="489877" y="1501988"/>
                      <a:pt x="489877" y="1501988"/>
                      <a:pt x="489877" y="150198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29"/>
              <p:cNvSpPr/>
              <p:nvPr/>
            </p:nvSpPr>
            <p:spPr>
              <a:xfrm>
                <a:off x="3791501" y="950801"/>
                <a:ext cx="2411709" cy="2990084"/>
              </a:xfrm>
              <a:custGeom>
                <a:avLst/>
                <a:gdLst/>
                <a:ahLst/>
                <a:cxnLst/>
                <a:rect l="l" t="t" r="r" b="b"/>
                <a:pathLst>
                  <a:path w="2411709" h="2990084" extrusionOk="0">
                    <a:moveTo>
                      <a:pt x="2354117" y="2990001"/>
                    </a:moveTo>
                    <a:lnTo>
                      <a:pt x="2353281" y="2990001"/>
                    </a:lnTo>
                    <a:cubicBezTo>
                      <a:pt x="2330060" y="2990001"/>
                      <a:pt x="2306754" y="2990001"/>
                      <a:pt x="2283616" y="2990001"/>
                    </a:cubicBezTo>
                    <a:cubicBezTo>
                      <a:pt x="2128079" y="2989750"/>
                      <a:pt x="1972625" y="2989667"/>
                      <a:pt x="1817171" y="2989667"/>
                    </a:cubicBezTo>
                    <a:lnTo>
                      <a:pt x="1465751" y="2989667"/>
                    </a:lnTo>
                    <a:cubicBezTo>
                      <a:pt x="1311717" y="2989667"/>
                      <a:pt x="1157517" y="2989667"/>
                      <a:pt x="1003483" y="2989416"/>
                    </a:cubicBezTo>
                    <a:lnTo>
                      <a:pt x="771932" y="2989249"/>
                    </a:lnTo>
                    <a:cubicBezTo>
                      <a:pt x="627421" y="2988999"/>
                      <a:pt x="482743" y="2988664"/>
                      <a:pt x="338232" y="2988247"/>
                    </a:cubicBezTo>
                    <a:cubicBezTo>
                      <a:pt x="147110" y="2987662"/>
                      <a:pt x="2432" y="2832877"/>
                      <a:pt x="1597" y="2628306"/>
                    </a:cubicBezTo>
                    <a:cubicBezTo>
                      <a:pt x="762" y="2427411"/>
                      <a:pt x="845" y="2230275"/>
                      <a:pt x="1012" y="2029129"/>
                    </a:cubicBezTo>
                    <a:lnTo>
                      <a:pt x="1012" y="1901742"/>
                    </a:lnTo>
                    <a:cubicBezTo>
                      <a:pt x="1179" y="1816874"/>
                      <a:pt x="1263" y="1731921"/>
                      <a:pt x="1263" y="1647053"/>
                    </a:cubicBezTo>
                    <a:cubicBezTo>
                      <a:pt x="1263" y="1567196"/>
                      <a:pt x="1263" y="1487255"/>
                      <a:pt x="1347" y="1407398"/>
                    </a:cubicBezTo>
                    <a:cubicBezTo>
                      <a:pt x="1514" y="1160059"/>
                      <a:pt x="1764" y="904284"/>
                      <a:pt x="10" y="652768"/>
                    </a:cubicBezTo>
                    <a:cubicBezTo>
                      <a:pt x="-241" y="623364"/>
                      <a:pt x="4187" y="606825"/>
                      <a:pt x="15296" y="595715"/>
                    </a:cubicBezTo>
                    <a:cubicBezTo>
                      <a:pt x="28996" y="582099"/>
                      <a:pt x="51048" y="580596"/>
                      <a:pt x="72433" y="580847"/>
                    </a:cubicBezTo>
                    <a:cubicBezTo>
                      <a:pt x="258626" y="583018"/>
                      <a:pt x="447994" y="582601"/>
                      <a:pt x="631180" y="582099"/>
                    </a:cubicBezTo>
                    <a:lnTo>
                      <a:pt x="750631" y="581849"/>
                    </a:lnTo>
                    <a:cubicBezTo>
                      <a:pt x="811025" y="581765"/>
                      <a:pt x="853626" y="567314"/>
                      <a:pt x="877433" y="539080"/>
                    </a:cubicBezTo>
                    <a:cubicBezTo>
                      <a:pt x="901240" y="510763"/>
                      <a:pt x="908173" y="466240"/>
                      <a:pt x="897982" y="406598"/>
                    </a:cubicBezTo>
                    <a:cubicBezTo>
                      <a:pt x="896479" y="397577"/>
                      <a:pt x="894808" y="388472"/>
                      <a:pt x="893137" y="379450"/>
                    </a:cubicBezTo>
                    <a:cubicBezTo>
                      <a:pt x="883698" y="327994"/>
                      <a:pt x="873841" y="274784"/>
                      <a:pt x="886872" y="219904"/>
                    </a:cubicBezTo>
                    <a:cubicBezTo>
                      <a:pt x="922123" y="70130"/>
                      <a:pt x="1067720" y="-24094"/>
                      <a:pt x="1218412" y="5393"/>
                    </a:cubicBezTo>
                    <a:cubicBezTo>
                      <a:pt x="1357827" y="32624"/>
                      <a:pt x="1459068" y="177887"/>
                      <a:pt x="1439522" y="322648"/>
                    </a:cubicBezTo>
                    <a:cubicBezTo>
                      <a:pt x="1436598" y="344283"/>
                      <a:pt x="1432255" y="365918"/>
                      <a:pt x="1427994" y="386801"/>
                    </a:cubicBezTo>
                    <a:cubicBezTo>
                      <a:pt x="1425739" y="397911"/>
                      <a:pt x="1423484" y="408937"/>
                      <a:pt x="1421479" y="420047"/>
                    </a:cubicBezTo>
                    <a:cubicBezTo>
                      <a:pt x="1412792" y="467827"/>
                      <a:pt x="1420644" y="508090"/>
                      <a:pt x="1444200" y="536491"/>
                    </a:cubicBezTo>
                    <a:cubicBezTo>
                      <a:pt x="1468508" y="565727"/>
                      <a:pt x="1508520" y="581348"/>
                      <a:pt x="1559975" y="581598"/>
                    </a:cubicBezTo>
                    <a:cubicBezTo>
                      <a:pt x="1716431" y="582434"/>
                      <a:pt x="1875560" y="582267"/>
                      <a:pt x="2029427" y="582099"/>
                    </a:cubicBezTo>
                    <a:cubicBezTo>
                      <a:pt x="2094666" y="582099"/>
                      <a:pt x="2159904" y="581933"/>
                      <a:pt x="2225143" y="581933"/>
                    </a:cubicBezTo>
                    <a:cubicBezTo>
                      <a:pt x="2238425" y="581933"/>
                      <a:pt x="2251790" y="582183"/>
                      <a:pt x="2265155" y="582350"/>
                    </a:cubicBezTo>
                    <a:cubicBezTo>
                      <a:pt x="2295059" y="582851"/>
                      <a:pt x="2325967" y="583353"/>
                      <a:pt x="2355955" y="581264"/>
                    </a:cubicBezTo>
                    <a:cubicBezTo>
                      <a:pt x="2375501" y="580011"/>
                      <a:pt x="2388532" y="583353"/>
                      <a:pt x="2397470" y="591706"/>
                    </a:cubicBezTo>
                    <a:cubicBezTo>
                      <a:pt x="2409248" y="602816"/>
                      <a:pt x="2410752" y="620858"/>
                      <a:pt x="2410668" y="637064"/>
                    </a:cubicBezTo>
                    <a:lnTo>
                      <a:pt x="2410251" y="686849"/>
                    </a:lnTo>
                    <a:cubicBezTo>
                      <a:pt x="2408998" y="843138"/>
                      <a:pt x="2407744" y="1004856"/>
                      <a:pt x="2411670" y="1163568"/>
                    </a:cubicBezTo>
                    <a:cubicBezTo>
                      <a:pt x="2413007" y="1219200"/>
                      <a:pt x="2379845" y="1224713"/>
                      <a:pt x="2353198" y="1229224"/>
                    </a:cubicBezTo>
                    <a:cubicBezTo>
                      <a:pt x="2348103" y="1230059"/>
                      <a:pt x="2342840" y="1230978"/>
                      <a:pt x="2337995" y="1232148"/>
                    </a:cubicBezTo>
                    <a:cubicBezTo>
                      <a:pt x="2065011" y="1297554"/>
                      <a:pt x="1887923" y="1560346"/>
                      <a:pt x="1934952" y="1830406"/>
                    </a:cubicBezTo>
                    <a:cubicBezTo>
                      <a:pt x="1937792" y="1847363"/>
                      <a:pt x="1941718" y="1864487"/>
                      <a:pt x="1946479" y="1881194"/>
                    </a:cubicBezTo>
                    <a:cubicBezTo>
                      <a:pt x="1948400" y="1887793"/>
                      <a:pt x="1950322" y="1894392"/>
                      <a:pt x="1952493" y="1900907"/>
                    </a:cubicBezTo>
                    <a:cubicBezTo>
                      <a:pt x="1958424" y="1919618"/>
                      <a:pt x="1965859" y="1938580"/>
                      <a:pt x="1974462" y="1957459"/>
                    </a:cubicBezTo>
                    <a:cubicBezTo>
                      <a:pt x="1981396" y="1972327"/>
                      <a:pt x="1988914" y="1987029"/>
                      <a:pt x="1997016" y="2001062"/>
                    </a:cubicBezTo>
                    <a:cubicBezTo>
                      <a:pt x="2001109" y="2008330"/>
                      <a:pt x="2005871" y="2016182"/>
                      <a:pt x="2011551" y="2024953"/>
                    </a:cubicBezTo>
                    <a:cubicBezTo>
                      <a:pt x="2013806" y="2028545"/>
                      <a:pt x="2016062" y="2031969"/>
                      <a:pt x="2018484" y="2035478"/>
                    </a:cubicBezTo>
                    <a:cubicBezTo>
                      <a:pt x="2026754" y="2047673"/>
                      <a:pt x="2035023" y="2058950"/>
                      <a:pt x="2043794" y="2069893"/>
                    </a:cubicBezTo>
                    <a:cubicBezTo>
                      <a:pt x="2048973" y="2076576"/>
                      <a:pt x="2054236" y="2083091"/>
                      <a:pt x="2059499" y="2089356"/>
                    </a:cubicBezTo>
                    <a:cubicBezTo>
                      <a:pt x="2064343" y="2094869"/>
                      <a:pt x="2069188" y="2100466"/>
                      <a:pt x="2074284" y="2105728"/>
                    </a:cubicBezTo>
                    <a:cubicBezTo>
                      <a:pt x="2080883" y="2112661"/>
                      <a:pt x="2085978" y="2117924"/>
                      <a:pt x="2090990" y="2122685"/>
                    </a:cubicBezTo>
                    <a:cubicBezTo>
                      <a:pt x="2162911" y="2192853"/>
                      <a:pt x="2251205" y="2237542"/>
                      <a:pt x="2353616" y="2255669"/>
                    </a:cubicBezTo>
                    <a:cubicBezTo>
                      <a:pt x="2391790" y="2262351"/>
                      <a:pt x="2407661" y="2277888"/>
                      <a:pt x="2410251" y="2311051"/>
                    </a:cubicBezTo>
                    <a:cubicBezTo>
                      <a:pt x="2410251" y="2311301"/>
                      <a:pt x="2410251" y="2311635"/>
                      <a:pt x="2410251" y="2311970"/>
                    </a:cubicBezTo>
                    <a:cubicBezTo>
                      <a:pt x="2410585" y="2315979"/>
                      <a:pt x="2410752" y="2320908"/>
                      <a:pt x="2410668" y="2325919"/>
                    </a:cubicBezTo>
                    <a:cubicBezTo>
                      <a:pt x="2410501" y="2341958"/>
                      <a:pt x="2410418" y="2357996"/>
                      <a:pt x="2410418" y="2374034"/>
                    </a:cubicBezTo>
                    <a:cubicBezTo>
                      <a:pt x="2410418" y="2377709"/>
                      <a:pt x="2410418" y="2381051"/>
                      <a:pt x="2410418" y="2384476"/>
                    </a:cubicBezTo>
                    <a:lnTo>
                      <a:pt x="2409916" y="2526982"/>
                    </a:lnTo>
                    <a:cubicBezTo>
                      <a:pt x="2409916" y="2561230"/>
                      <a:pt x="2409749" y="2595395"/>
                      <a:pt x="2409749" y="2629643"/>
                    </a:cubicBezTo>
                    <a:lnTo>
                      <a:pt x="2409749" y="2629643"/>
                    </a:lnTo>
                    <a:cubicBezTo>
                      <a:pt x="2409749" y="2727125"/>
                      <a:pt x="2410084" y="2828700"/>
                      <a:pt x="2410919" y="2931528"/>
                    </a:cubicBezTo>
                    <a:cubicBezTo>
                      <a:pt x="2411086" y="2948569"/>
                      <a:pt x="2409666" y="2965944"/>
                      <a:pt x="2398306" y="2977304"/>
                    </a:cubicBezTo>
                    <a:cubicBezTo>
                      <a:pt x="2389368" y="2986242"/>
                      <a:pt x="2376169" y="2990085"/>
                      <a:pt x="2354117" y="2990085"/>
                    </a:cubicBezTo>
                    <a:close/>
                    <a:moveTo>
                      <a:pt x="68590" y="601646"/>
                    </a:moveTo>
                    <a:cubicBezTo>
                      <a:pt x="47791" y="601646"/>
                      <a:pt x="36180" y="604319"/>
                      <a:pt x="29998" y="610501"/>
                    </a:cubicBezTo>
                    <a:cubicBezTo>
                      <a:pt x="23483" y="617016"/>
                      <a:pt x="20643" y="629964"/>
                      <a:pt x="20893" y="652517"/>
                    </a:cubicBezTo>
                    <a:cubicBezTo>
                      <a:pt x="22647" y="904116"/>
                      <a:pt x="22480" y="1159892"/>
                      <a:pt x="22230" y="1407315"/>
                    </a:cubicBezTo>
                    <a:cubicBezTo>
                      <a:pt x="22230" y="1487172"/>
                      <a:pt x="22146" y="1567029"/>
                      <a:pt x="22146" y="1646969"/>
                    </a:cubicBezTo>
                    <a:cubicBezTo>
                      <a:pt x="22146" y="1731838"/>
                      <a:pt x="22146" y="1816707"/>
                      <a:pt x="21979" y="1901659"/>
                    </a:cubicBezTo>
                    <a:lnTo>
                      <a:pt x="21979" y="2029046"/>
                    </a:lnTo>
                    <a:cubicBezTo>
                      <a:pt x="21728" y="2230108"/>
                      <a:pt x="21645" y="2427244"/>
                      <a:pt x="22480" y="2628056"/>
                    </a:cubicBezTo>
                    <a:cubicBezTo>
                      <a:pt x="23232" y="2820848"/>
                      <a:pt x="158972" y="2966696"/>
                      <a:pt x="338232" y="2967197"/>
                    </a:cubicBezTo>
                    <a:cubicBezTo>
                      <a:pt x="482743" y="2967614"/>
                      <a:pt x="627421" y="2967949"/>
                      <a:pt x="771932" y="2968199"/>
                    </a:cubicBezTo>
                    <a:lnTo>
                      <a:pt x="1003483" y="2968366"/>
                    </a:lnTo>
                    <a:cubicBezTo>
                      <a:pt x="1157517" y="2968533"/>
                      <a:pt x="1311717" y="2968533"/>
                      <a:pt x="1465751" y="2968533"/>
                    </a:cubicBezTo>
                    <a:lnTo>
                      <a:pt x="1817171" y="2968533"/>
                    </a:lnTo>
                    <a:cubicBezTo>
                      <a:pt x="1972708" y="2968617"/>
                      <a:pt x="2128079" y="2968700"/>
                      <a:pt x="2283699" y="2968951"/>
                    </a:cubicBezTo>
                    <a:cubicBezTo>
                      <a:pt x="2306921" y="2968951"/>
                      <a:pt x="2330227" y="2968951"/>
                      <a:pt x="2353448" y="2968951"/>
                    </a:cubicBezTo>
                    <a:lnTo>
                      <a:pt x="2354200" y="2968951"/>
                    </a:lnTo>
                    <a:cubicBezTo>
                      <a:pt x="2369737" y="2968951"/>
                      <a:pt x="2379010" y="2966863"/>
                      <a:pt x="2383520" y="2962268"/>
                    </a:cubicBezTo>
                    <a:cubicBezTo>
                      <a:pt x="2388198" y="2957591"/>
                      <a:pt x="2390203" y="2948068"/>
                      <a:pt x="2390036" y="2931445"/>
                    </a:cubicBezTo>
                    <a:cubicBezTo>
                      <a:pt x="2389201" y="2828533"/>
                      <a:pt x="2388783" y="2726958"/>
                      <a:pt x="2388866" y="2629392"/>
                    </a:cubicBezTo>
                    <a:cubicBezTo>
                      <a:pt x="2388866" y="2595144"/>
                      <a:pt x="2388866" y="2560896"/>
                      <a:pt x="2389033" y="2526731"/>
                    </a:cubicBezTo>
                    <a:lnTo>
                      <a:pt x="2389534" y="2384309"/>
                    </a:lnTo>
                    <a:cubicBezTo>
                      <a:pt x="2389534" y="2380717"/>
                      <a:pt x="2389534" y="2377208"/>
                      <a:pt x="2389534" y="2373616"/>
                    </a:cubicBezTo>
                    <a:cubicBezTo>
                      <a:pt x="2389534" y="2357829"/>
                      <a:pt x="2389618" y="2341623"/>
                      <a:pt x="2389785" y="2325502"/>
                    </a:cubicBezTo>
                    <a:cubicBezTo>
                      <a:pt x="2389785" y="2321075"/>
                      <a:pt x="2389785" y="2316814"/>
                      <a:pt x="2389368" y="2312638"/>
                    </a:cubicBezTo>
                    <a:cubicBezTo>
                      <a:pt x="2389368" y="2312387"/>
                      <a:pt x="2389368" y="2311970"/>
                      <a:pt x="2389368" y="2311719"/>
                    </a:cubicBezTo>
                    <a:cubicBezTo>
                      <a:pt x="2387780" y="2291838"/>
                      <a:pt x="2381682" y="2281647"/>
                      <a:pt x="2349940" y="2276051"/>
                    </a:cubicBezTo>
                    <a:cubicBezTo>
                      <a:pt x="2243353" y="2257172"/>
                      <a:pt x="2151301" y="2210561"/>
                      <a:pt x="2076372" y="2137471"/>
                    </a:cubicBezTo>
                    <a:cubicBezTo>
                      <a:pt x="2071193" y="2132459"/>
                      <a:pt x="2065763" y="2127029"/>
                      <a:pt x="2058997" y="2119845"/>
                    </a:cubicBezTo>
                    <a:cubicBezTo>
                      <a:pt x="2053735" y="2114332"/>
                      <a:pt x="2048639" y="2108568"/>
                      <a:pt x="2043544" y="2102638"/>
                    </a:cubicBezTo>
                    <a:cubicBezTo>
                      <a:pt x="2038031" y="2096039"/>
                      <a:pt x="2032601" y="2089356"/>
                      <a:pt x="2027339" y="2082590"/>
                    </a:cubicBezTo>
                    <a:cubicBezTo>
                      <a:pt x="2018317" y="2071396"/>
                      <a:pt x="2009713" y="2059619"/>
                      <a:pt x="2001109" y="2047005"/>
                    </a:cubicBezTo>
                    <a:cubicBezTo>
                      <a:pt x="1998603" y="2043330"/>
                      <a:pt x="1996181" y="2039654"/>
                      <a:pt x="1993926" y="2035979"/>
                    </a:cubicBezTo>
                    <a:cubicBezTo>
                      <a:pt x="1987995" y="2026874"/>
                      <a:pt x="1983066" y="2018688"/>
                      <a:pt x="1978806" y="2011086"/>
                    </a:cubicBezTo>
                    <a:cubicBezTo>
                      <a:pt x="1970536" y="1996635"/>
                      <a:pt x="1962601" y="1981432"/>
                      <a:pt x="1955501" y="1965895"/>
                    </a:cubicBezTo>
                    <a:cubicBezTo>
                      <a:pt x="1946479" y="1946265"/>
                      <a:pt x="1938794" y="1926468"/>
                      <a:pt x="1932613" y="1907089"/>
                    </a:cubicBezTo>
                    <a:cubicBezTo>
                      <a:pt x="1930357" y="1900406"/>
                      <a:pt x="1928269" y="1893473"/>
                      <a:pt x="1926348" y="1886540"/>
                    </a:cubicBezTo>
                    <a:cubicBezTo>
                      <a:pt x="1921336" y="1869081"/>
                      <a:pt x="1917326" y="1851205"/>
                      <a:pt x="1914319" y="1833580"/>
                    </a:cubicBezTo>
                    <a:cubicBezTo>
                      <a:pt x="1891014" y="1699761"/>
                      <a:pt x="1919498" y="1562602"/>
                      <a:pt x="1994510" y="1447494"/>
                    </a:cubicBezTo>
                    <a:cubicBezTo>
                      <a:pt x="2071611" y="1329129"/>
                      <a:pt x="2191814" y="1245346"/>
                      <a:pt x="2333067" y="1211515"/>
                    </a:cubicBezTo>
                    <a:cubicBezTo>
                      <a:pt x="2338663" y="1210179"/>
                      <a:pt x="2344260" y="1209260"/>
                      <a:pt x="2349773" y="1208341"/>
                    </a:cubicBezTo>
                    <a:cubicBezTo>
                      <a:pt x="2375919" y="1203997"/>
                      <a:pt x="2391706" y="1201324"/>
                      <a:pt x="2390871" y="1163818"/>
                    </a:cubicBezTo>
                    <a:cubicBezTo>
                      <a:pt x="2386945" y="1004689"/>
                      <a:pt x="2388198" y="842887"/>
                      <a:pt x="2389451" y="686431"/>
                    </a:cubicBezTo>
                    <a:lnTo>
                      <a:pt x="2389869" y="636646"/>
                    </a:lnTo>
                    <a:cubicBezTo>
                      <a:pt x="2389869" y="620274"/>
                      <a:pt x="2387947" y="611085"/>
                      <a:pt x="2383270" y="606658"/>
                    </a:cubicBezTo>
                    <a:cubicBezTo>
                      <a:pt x="2378926" y="602565"/>
                      <a:pt x="2370489" y="601061"/>
                      <a:pt x="2357458" y="601897"/>
                    </a:cubicBezTo>
                    <a:cubicBezTo>
                      <a:pt x="2326635" y="603985"/>
                      <a:pt x="2295227" y="603484"/>
                      <a:pt x="2264904" y="602983"/>
                    </a:cubicBezTo>
                    <a:cubicBezTo>
                      <a:pt x="2251623" y="602732"/>
                      <a:pt x="2238425" y="602565"/>
                      <a:pt x="2225227" y="602565"/>
                    </a:cubicBezTo>
                    <a:cubicBezTo>
                      <a:pt x="2159988" y="602565"/>
                      <a:pt x="2094749" y="602565"/>
                      <a:pt x="2029510" y="602732"/>
                    </a:cubicBezTo>
                    <a:cubicBezTo>
                      <a:pt x="1875560" y="602899"/>
                      <a:pt x="1716431" y="603066"/>
                      <a:pt x="1559975" y="602231"/>
                    </a:cubicBezTo>
                    <a:cubicBezTo>
                      <a:pt x="1502171" y="601980"/>
                      <a:pt x="1456562" y="583770"/>
                      <a:pt x="1428245" y="549605"/>
                    </a:cubicBezTo>
                    <a:cubicBezTo>
                      <a:pt x="1400596" y="516276"/>
                      <a:pt x="1391157" y="470166"/>
                      <a:pt x="1401013" y="416121"/>
                    </a:cubicBezTo>
                    <a:cubicBezTo>
                      <a:pt x="1403102" y="404844"/>
                      <a:pt x="1405357" y="393651"/>
                      <a:pt x="1407613" y="382457"/>
                    </a:cubicBezTo>
                    <a:cubicBezTo>
                      <a:pt x="1411789" y="361908"/>
                      <a:pt x="1416133" y="340608"/>
                      <a:pt x="1418889" y="319641"/>
                    </a:cubicBezTo>
                    <a:cubicBezTo>
                      <a:pt x="1436682" y="187744"/>
                      <a:pt x="1341204" y="50333"/>
                      <a:pt x="1214486" y="25607"/>
                    </a:cubicBezTo>
                    <a:cubicBezTo>
                      <a:pt x="1074903" y="-1791"/>
                      <a:pt x="939915" y="85584"/>
                      <a:pt x="907338" y="224414"/>
                    </a:cubicBezTo>
                    <a:cubicBezTo>
                      <a:pt x="895393" y="275035"/>
                      <a:pt x="904331" y="323734"/>
                      <a:pt x="913853" y="375357"/>
                    </a:cubicBezTo>
                    <a:cubicBezTo>
                      <a:pt x="915524" y="384462"/>
                      <a:pt x="917194" y="393651"/>
                      <a:pt x="918782" y="402756"/>
                    </a:cubicBezTo>
                    <a:cubicBezTo>
                      <a:pt x="930225" y="469665"/>
                      <a:pt x="921956" y="518531"/>
                      <a:pt x="893638" y="552195"/>
                    </a:cubicBezTo>
                    <a:cubicBezTo>
                      <a:pt x="865321" y="585859"/>
                      <a:pt x="818626" y="602231"/>
                      <a:pt x="750882" y="602398"/>
                    </a:cubicBezTo>
                    <a:lnTo>
                      <a:pt x="631431" y="602648"/>
                    </a:lnTo>
                    <a:cubicBezTo>
                      <a:pt x="448244" y="603150"/>
                      <a:pt x="258709" y="603567"/>
                      <a:pt x="72349" y="601396"/>
                    </a:cubicBezTo>
                    <a:cubicBezTo>
                      <a:pt x="71096" y="601396"/>
                      <a:pt x="69927" y="601396"/>
                      <a:pt x="68757" y="601396"/>
                    </a:cubicBezTo>
                    <a:close/>
                    <a:moveTo>
                      <a:pt x="2399224" y="2629559"/>
                    </a:moveTo>
                    <a:lnTo>
                      <a:pt x="2399224" y="2629559"/>
                    </a:lnTo>
                    <a:lnTo>
                      <a:pt x="2399224" y="262955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29"/>
              <p:cNvSpPr/>
              <p:nvPr/>
            </p:nvSpPr>
            <p:spPr>
              <a:xfrm>
                <a:off x="3792404" y="2254034"/>
                <a:ext cx="2410027" cy="1686850"/>
              </a:xfrm>
              <a:custGeom>
                <a:avLst/>
                <a:gdLst/>
                <a:ahLst/>
                <a:cxnLst/>
                <a:rect l="l" t="t" r="r" b="b"/>
                <a:pathLst>
                  <a:path w="2410027" h="1686850" extrusionOk="0">
                    <a:moveTo>
                      <a:pt x="2353213" y="1686767"/>
                    </a:moveTo>
                    <a:lnTo>
                      <a:pt x="2352378" y="1686767"/>
                    </a:lnTo>
                    <a:cubicBezTo>
                      <a:pt x="2329156" y="1686767"/>
                      <a:pt x="2305934" y="1686767"/>
                      <a:pt x="2282712" y="1686767"/>
                    </a:cubicBezTo>
                    <a:cubicBezTo>
                      <a:pt x="2127175" y="1686517"/>
                      <a:pt x="1971721" y="1686433"/>
                      <a:pt x="1816268" y="1686433"/>
                    </a:cubicBezTo>
                    <a:lnTo>
                      <a:pt x="1464848" y="1686433"/>
                    </a:lnTo>
                    <a:cubicBezTo>
                      <a:pt x="1310814" y="1686433"/>
                      <a:pt x="1156613" y="1686433"/>
                      <a:pt x="1002580" y="1686183"/>
                    </a:cubicBezTo>
                    <a:lnTo>
                      <a:pt x="771028" y="1686016"/>
                    </a:lnTo>
                    <a:cubicBezTo>
                      <a:pt x="626518" y="1685765"/>
                      <a:pt x="481840" y="1685431"/>
                      <a:pt x="337329" y="1685013"/>
                    </a:cubicBezTo>
                    <a:cubicBezTo>
                      <a:pt x="146207" y="1684428"/>
                      <a:pt x="1529" y="1529643"/>
                      <a:pt x="694" y="1325073"/>
                    </a:cubicBezTo>
                    <a:cubicBezTo>
                      <a:pt x="-142" y="1124178"/>
                      <a:pt x="-58" y="927041"/>
                      <a:pt x="109" y="725895"/>
                    </a:cubicBezTo>
                    <a:cubicBezTo>
                      <a:pt x="109" y="720132"/>
                      <a:pt x="4787" y="715454"/>
                      <a:pt x="10551" y="715454"/>
                    </a:cubicBezTo>
                    <a:lnTo>
                      <a:pt x="191565" y="715454"/>
                    </a:lnTo>
                    <a:lnTo>
                      <a:pt x="191565" y="348162"/>
                    </a:lnTo>
                    <a:cubicBezTo>
                      <a:pt x="191565" y="342399"/>
                      <a:pt x="196243" y="337721"/>
                      <a:pt x="202007" y="337721"/>
                    </a:cubicBezTo>
                    <a:lnTo>
                      <a:pt x="778379" y="337721"/>
                    </a:lnTo>
                    <a:cubicBezTo>
                      <a:pt x="784143" y="337721"/>
                      <a:pt x="788821" y="342399"/>
                      <a:pt x="788821" y="348162"/>
                    </a:cubicBezTo>
                    <a:lnTo>
                      <a:pt x="788821" y="698747"/>
                    </a:lnTo>
                    <a:lnTo>
                      <a:pt x="1156613" y="698747"/>
                    </a:lnTo>
                    <a:lnTo>
                      <a:pt x="1156613" y="10442"/>
                    </a:lnTo>
                    <a:cubicBezTo>
                      <a:pt x="1156613" y="4678"/>
                      <a:pt x="1161291" y="0"/>
                      <a:pt x="1167055" y="0"/>
                    </a:cubicBezTo>
                    <a:lnTo>
                      <a:pt x="1743428" y="0"/>
                    </a:lnTo>
                    <a:cubicBezTo>
                      <a:pt x="1749191" y="0"/>
                      <a:pt x="1753869" y="4678"/>
                      <a:pt x="1753869" y="10442"/>
                    </a:cubicBezTo>
                    <a:lnTo>
                      <a:pt x="1753869" y="1193426"/>
                    </a:lnTo>
                    <a:lnTo>
                      <a:pt x="2031614" y="1193426"/>
                    </a:lnTo>
                    <a:cubicBezTo>
                      <a:pt x="2037378" y="1193426"/>
                      <a:pt x="2042056" y="1198103"/>
                      <a:pt x="2042056" y="1203867"/>
                    </a:cubicBezTo>
                    <a:lnTo>
                      <a:pt x="2042056" y="1315968"/>
                    </a:lnTo>
                    <a:lnTo>
                      <a:pt x="2398404" y="1315968"/>
                    </a:lnTo>
                    <a:cubicBezTo>
                      <a:pt x="2401161" y="1315968"/>
                      <a:pt x="2403834" y="1317054"/>
                      <a:pt x="2405755" y="1319058"/>
                    </a:cubicBezTo>
                    <a:cubicBezTo>
                      <a:pt x="2407676" y="1321063"/>
                      <a:pt x="2408846" y="1323652"/>
                      <a:pt x="2408846" y="1326409"/>
                    </a:cubicBezTo>
                    <a:cubicBezTo>
                      <a:pt x="2408846" y="1423891"/>
                      <a:pt x="2409180" y="1525466"/>
                      <a:pt x="2410015" y="1628295"/>
                    </a:cubicBezTo>
                    <a:lnTo>
                      <a:pt x="2410015" y="1628295"/>
                    </a:lnTo>
                    <a:cubicBezTo>
                      <a:pt x="2410182" y="1645335"/>
                      <a:pt x="2408762" y="1662710"/>
                      <a:pt x="2397402" y="1674070"/>
                    </a:cubicBezTo>
                    <a:cubicBezTo>
                      <a:pt x="2388464" y="1683008"/>
                      <a:pt x="2375266" y="1686851"/>
                      <a:pt x="2353213" y="1686851"/>
                    </a:cubicBezTo>
                    <a:close/>
                    <a:moveTo>
                      <a:pt x="20909" y="736254"/>
                    </a:moveTo>
                    <a:cubicBezTo>
                      <a:pt x="20741" y="933724"/>
                      <a:pt x="20658" y="1127519"/>
                      <a:pt x="21493" y="1324906"/>
                    </a:cubicBezTo>
                    <a:cubicBezTo>
                      <a:pt x="22245" y="1517698"/>
                      <a:pt x="157985" y="1663545"/>
                      <a:pt x="337245" y="1664046"/>
                    </a:cubicBezTo>
                    <a:cubicBezTo>
                      <a:pt x="481756" y="1664464"/>
                      <a:pt x="626434" y="1664799"/>
                      <a:pt x="770945" y="1665049"/>
                    </a:cubicBezTo>
                    <a:lnTo>
                      <a:pt x="1002496" y="1665216"/>
                    </a:lnTo>
                    <a:cubicBezTo>
                      <a:pt x="1156530" y="1665383"/>
                      <a:pt x="1310730" y="1665383"/>
                      <a:pt x="1464764" y="1665383"/>
                    </a:cubicBezTo>
                    <a:lnTo>
                      <a:pt x="1816184" y="1665383"/>
                    </a:lnTo>
                    <a:cubicBezTo>
                      <a:pt x="1971721" y="1665467"/>
                      <a:pt x="2127091" y="1665550"/>
                      <a:pt x="2282712" y="1665801"/>
                    </a:cubicBezTo>
                    <a:cubicBezTo>
                      <a:pt x="2305934" y="1665801"/>
                      <a:pt x="2329240" y="1665801"/>
                      <a:pt x="2352462" y="1665801"/>
                    </a:cubicBezTo>
                    <a:lnTo>
                      <a:pt x="2353213" y="1665801"/>
                    </a:lnTo>
                    <a:cubicBezTo>
                      <a:pt x="2368750" y="1665801"/>
                      <a:pt x="2378023" y="1663713"/>
                      <a:pt x="2382617" y="1659118"/>
                    </a:cubicBezTo>
                    <a:cubicBezTo>
                      <a:pt x="2387294" y="1654440"/>
                      <a:pt x="2389299" y="1644918"/>
                      <a:pt x="2389132" y="1628295"/>
                    </a:cubicBezTo>
                    <a:lnTo>
                      <a:pt x="2389132" y="1628295"/>
                    </a:lnTo>
                    <a:cubicBezTo>
                      <a:pt x="2388297" y="1529059"/>
                      <a:pt x="2387879" y="1430991"/>
                      <a:pt x="2387963" y="1336683"/>
                    </a:cubicBezTo>
                    <a:lnTo>
                      <a:pt x="2031614" y="1336683"/>
                    </a:lnTo>
                    <a:cubicBezTo>
                      <a:pt x="2025850" y="1336683"/>
                      <a:pt x="2021173" y="1332006"/>
                      <a:pt x="2021173" y="1326242"/>
                    </a:cubicBezTo>
                    <a:lnTo>
                      <a:pt x="2021173" y="1214142"/>
                    </a:lnTo>
                    <a:lnTo>
                      <a:pt x="1743428" y="1214142"/>
                    </a:lnTo>
                    <a:cubicBezTo>
                      <a:pt x="1737664" y="1214142"/>
                      <a:pt x="1732986" y="1209464"/>
                      <a:pt x="1732986" y="1203700"/>
                    </a:cubicBezTo>
                    <a:lnTo>
                      <a:pt x="1732986" y="20716"/>
                    </a:lnTo>
                    <a:lnTo>
                      <a:pt x="1177497" y="20716"/>
                    </a:lnTo>
                    <a:lnTo>
                      <a:pt x="1177497" y="709022"/>
                    </a:lnTo>
                    <a:cubicBezTo>
                      <a:pt x="1177497" y="714786"/>
                      <a:pt x="1172819" y="719464"/>
                      <a:pt x="1167055" y="719464"/>
                    </a:cubicBezTo>
                    <a:lnTo>
                      <a:pt x="778379" y="719464"/>
                    </a:lnTo>
                    <a:cubicBezTo>
                      <a:pt x="772616" y="719464"/>
                      <a:pt x="767938" y="714786"/>
                      <a:pt x="767938" y="709022"/>
                    </a:cubicBezTo>
                    <a:lnTo>
                      <a:pt x="767938" y="358437"/>
                    </a:lnTo>
                    <a:lnTo>
                      <a:pt x="212448" y="358437"/>
                    </a:lnTo>
                    <a:lnTo>
                      <a:pt x="212448" y="725729"/>
                    </a:lnTo>
                    <a:cubicBezTo>
                      <a:pt x="212448" y="731492"/>
                      <a:pt x="207770" y="736170"/>
                      <a:pt x="202007" y="736170"/>
                    </a:cubicBezTo>
                    <a:lnTo>
                      <a:pt x="20992" y="73617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29"/>
              <p:cNvSpPr/>
              <p:nvPr/>
            </p:nvSpPr>
            <p:spPr>
              <a:xfrm>
                <a:off x="3983886" y="2655324"/>
                <a:ext cx="20883" cy="710609"/>
              </a:xfrm>
              <a:custGeom>
                <a:avLst/>
                <a:gdLst/>
                <a:ahLst/>
                <a:cxnLst/>
                <a:rect l="l" t="t" r="r" b="b"/>
                <a:pathLst>
                  <a:path w="20883" h="710609" extrusionOk="0">
                    <a:moveTo>
                      <a:pt x="10442" y="710609"/>
                    </a:moveTo>
                    <a:cubicBezTo>
                      <a:pt x="4678" y="710609"/>
                      <a:pt x="0" y="705931"/>
                      <a:pt x="0" y="700168"/>
                    </a:cubicBezTo>
                    <a:lnTo>
                      <a:pt x="0" y="10442"/>
                    </a:lnTo>
                    <a:cubicBezTo>
                      <a:pt x="0" y="4678"/>
                      <a:pt x="4678" y="0"/>
                      <a:pt x="10442" y="0"/>
                    </a:cubicBezTo>
                    <a:cubicBezTo>
                      <a:pt x="16205" y="0"/>
                      <a:pt x="20883" y="4678"/>
                      <a:pt x="20883" y="10442"/>
                    </a:cubicBezTo>
                    <a:lnTo>
                      <a:pt x="20883" y="700168"/>
                    </a:lnTo>
                    <a:cubicBezTo>
                      <a:pt x="20883" y="705931"/>
                      <a:pt x="16205" y="710609"/>
                      <a:pt x="10442" y="7106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29"/>
              <p:cNvSpPr/>
              <p:nvPr/>
            </p:nvSpPr>
            <p:spPr>
              <a:xfrm>
                <a:off x="4560258" y="2655324"/>
                <a:ext cx="20883" cy="710609"/>
              </a:xfrm>
              <a:custGeom>
                <a:avLst/>
                <a:gdLst/>
                <a:ahLst/>
                <a:cxnLst/>
                <a:rect l="l" t="t" r="r" b="b"/>
                <a:pathLst>
                  <a:path w="20883" h="710609" extrusionOk="0">
                    <a:moveTo>
                      <a:pt x="10442" y="710609"/>
                    </a:moveTo>
                    <a:cubicBezTo>
                      <a:pt x="4678" y="710609"/>
                      <a:pt x="0" y="705931"/>
                      <a:pt x="0" y="700168"/>
                    </a:cubicBezTo>
                    <a:lnTo>
                      <a:pt x="0" y="10442"/>
                    </a:lnTo>
                    <a:cubicBezTo>
                      <a:pt x="0" y="4678"/>
                      <a:pt x="4678" y="0"/>
                      <a:pt x="10442" y="0"/>
                    </a:cubicBezTo>
                    <a:cubicBezTo>
                      <a:pt x="16205" y="0"/>
                      <a:pt x="20883" y="4678"/>
                      <a:pt x="20883" y="10442"/>
                    </a:cubicBezTo>
                    <a:lnTo>
                      <a:pt x="20883" y="700168"/>
                    </a:lnTo>
                    <a:cubicBezTo>
                      <a:pt x="20883" y="705931"/>
                      <a:pt x="16205" y="710609"/>
                      <a:pt x="10442" y="7106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29"/>
              <p:cNvSpPr/>
              <p:nvPr/>
            </p:nvSpPr>
            <p:spPr>
              <a:xfrm>
                <a:off x="5813243" y="3447460"/>
                <a:ext cx="20883" cy="391098"/>
              </a:xfrm>
              <a:custGeom>
                <a:avLst/>
                <a:gdLst/>
                <a:ahLst/>
                <a:cxnLst/>
                <a:rect l="l" t="t" r="r" b="b"/>
                <a:pathLst>
                  <a:path w="20883" h="391098" extrusionOk="0">
                    <a:moveTo>
                      <a:pt x="10442" y="391098"/>
                    </a:moveTo>
                    <a:cubicBezTo>
                      <a:pt x="4678" y="391098"/>
                      <a:pt x="0" y="386420"/>
                      <a:pt x="0" y="380657"/>
                    </a:cubicBezTo>
                    <a:lnTo>
                      <a:pt x="0" y="10442"/>
                    </a:lnTo>
                    <a:cubicBezTo>
                      <a:pt x="0" y="4678"/>
                      <a:pt x="4678" y="0"/>
                      <a:pt x="10442" y="0"/>
                    </a:cubicBezTo>
                    <a:cubicBezTo>
                      <a:pt x="16205" y="0"/>
                      <a:pt x="20883" y="4678"/>
                      <a:pt x="20883" y="10442"/>
                    </a:cubicBezTo>
                    <a:lnTo>
                      <a:pt x="20883" y="380657"/>
                    </a:lnTo>
                    <a:cubicBezTo>
                      <a:pt x="20883" y="386420"/>
                      <a:pt x="16205" y="391098"/>
                      <a:pt x="10442" y="3910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29"/>
              <p:cNvSpPr/>
              <p:nvPr/>
            </p:nvSpPr>
            <p:spPr>
              <a:xfrm>
                <a:off x="6064675" y="3457985"/>
                <a:ext cx="137756" cy="482983"/>
              </a:xfrm>
              <a:custGeom>
                <a:avLst/>
                <a:gdLst/>
                <a:ahLst/>
                <a:cxnLst/>
                <a:rect l="l" t="t" r="r" b="b"/>
                <a:pathLst>
                  <a:path w="137756" h="482983" extrusionOk="0">
                    <a:moveTo>
                      <a:pt x="80943" y="482816"/>
                    </a:moveTo>
                    <a:lnTo>
                      <a:pt x="80107" y="482816"/>
                    </a:lnTo>
                    <a:cubicBezTo>
                      <a:pt x="56885" y="482816"/>
                      <a:pt x="33664" y="482816"/>
                      <a:pt x="10442" y="482816"/>
                    </a:cubicBezTo>
                    <a:cubicBezTo>
                      <a:pt x="4678" y="482816"/>
                      <a:pt x="0" y="478139"/>
                      <a:pt x="0" y="472375"/>
                    </a:cubicBezTo>
                    <a:lnTo>
                      <a:pt x="0" y="10442"/>
                    </a:lnTo>
                    <a:cubicBezTo>
                      <a:pt x="0" y="4678"/>
                      <a:pt x="4678" y="0"/>
                      <a:pt x="10442" y="0"/>
                    </a:cubicBezTo>
                    <a:lnTo>
                      <a:pt x="126301" y="0"/>
                    </a:lnTo>
                    <a:cubicBezTo>
                      <a:pt x="129057" y="0"/>
                      <a:pt x="131730" y="1086"/>
                      <a:pt x="133652" y="3091"/>
                    </a:cubicBezTo>
                    <a:cubicBezTo>
                      <a:pt x="135573" y="5095"/>
                      <a:pt x="136742" y="7685"/>
                      <a:pt x="136742" y="10525"/>
                    </a:cubicBezTo>
                    <a:lnTo>
                      <a:pt x="136742" y="19881"/>
                    </a:lnTo>
                    <a:cubicBezTo>
                      <a:pt x="136659" y="54129"/>
                      <a:pt x="136575" y="88294"/>
                      <a:pt x="136575" y="122542"/>
                    </a:cubicBezTo>
                    <a:lnTo>
                      <a:pt x="136575" y="122542"/>
                    </a:lnTo>
                    <a:cubicBezTo>
                      <a:pt x="136575" y="220024"/>
                      <a:pt x="136910" y="321599"/>
                      <a:pt x="137745" y="424427"/>
                    </a:cubicBezTo>
                    <a:cubicBezTo>
                      <a:pt x="137912" y="441468"/>
                      <a:pt x="136492" y="458843"/>
                      <a:pt x="125131" y="470203"/>
                    </a:cubicBezTo>
                    <a:cubicBezTo>
                      <a:pt x="116193" y="479141"/>
                      <a:pt x="102995" y="482984"/>
                      <a:pt x="80943" y="482984"/>
                    </a:cubicBezTo>
                    <a:close/>
                    <a:moveTo>
                      <a:pt x="20799" y="461850"/>
                    </a:moveTo>
                    <a:cubicBezTo>
                      <a:pt x="40597" y="461850"/>
                      <a:pt x="60394" y="461850"/>
                      <a:pt x="80107" y="461850"/>
                    </a:cubicBezTo>
                    <a:cubicBezTo>
                      <a:pt x="96313" y="461850"/>
                      <a:pt x="105668" y="459762"/>
                      <a:pt x="110263" y="455167"/>
                    </a:cubicBezTo>
                    <a:cubicBezTo>
                      <a:pt x="114941" y="450490"/>
                      <a:pt x="116945" y="440967"/>
                      <a:pt x="116778" y="424344"/>
                    </a:cubicBezTo>
                    <a:cubicBezTo>
                      <a:pt x="115943" y="321432"/>
                      <a:pt x="115525" y="219857"/>
                      <a:pt x="115609" y="122291"/>
                    </a:cubicBezTo>
                    <a:cubicBezTo>
                      <a:pt x="115609" y="88461"/>
                      <a:pt x="115609" y="54547"/>
                      <a:pt x="115776" y="20716"/>
                    </a:cubicBezTo>
                    <a:lnTo>
                      <a:pt x="20799" y="20716"/>
                    </a:lnTo>
                    <a:lnTo>
                      <a:pt x="20799" y="461766"/>
                    </a:lnTo>
                    <a:close/>
                    <a:moveTo>
                      <a:pt x="126050" y="122375"/>
                    </a:moveTo>
                    <a:lnTo>
                      <a:pt x="126050" y="122375"/>
                    </a:lnTo>
                    <a:lnTo>
                      <a:pt x="126050" y="1223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29"/>
              <p:cNvSpPr/>
              <p:nvPr/>
            </p:nvSpPr>
            <p:spPr>
              <a:xfrm>
                <a:off x="6294188" y="2141934"/>
                <a:ext cx="2410578" cy="1795108"/>
              </a:xfrm>
              <a:custGeom>
                <a:avLst/>
                <a:gdLst/>
                <a:ahLst/>
                <a:cxnLst/>
                <a:rect l="l" t="t" r="r" b="b"/>
                <a:pathLst>
                  <a:path w="2410578" h="1795108" extrusionOk="0">
                    <a:moveTo>
                      <a:pt x="82062" y="1795109"/>
                    </a:moveTo>
                    <a:cubicBezTo>
                      <a:pt x="53411" y="1795109"/>
                      <a:pt x="31358" y="1792018"/>
                      <a:pt x="16991" y="1777483"/>
                    </a:cubicBezTo>
                    <a:cubicBezTo>
                      <a:pt x="4628" y="1764953"/>
                      <a:pt x="-468" y="1745574"/>
                      <a:pt x="34" y="1712746"/>
                    </a:cubicBezTo>
                    <a:cubicBezTo>
                      <a:pt x="1788" y="1598891"/>
                      <a:pt x="2456" y="1476182"/>
                      <a:pt x="2205" y="1326493"/>
                    </a:cubicBezTo>
                    <a:cubicBezTo>
                      <a:pt x="2205" y="1323736"/>
                      <a:pt x="3291" y="1321063"/>
                      <a:pt x="5296" y="1319058"/>
                    </a:cubicBezTo>
                    <a:cubicBezTo>
                      <a:pt x="7217" y="1317053"/>
                      <a:pt x="9890" y="1315967"/>
                      <a:pt x="12647" y="1315967"/>
                    </a:cubicBezTo>
                    <a:lnTo>
                      <a:pt x="176788" y="1315967"/>
                    </a:lnTo>
                    <a:lnTo>
                      <a:pt x="176788" y="1203784"/>
                    </a:lnTo>
                    <a:cubicBezTo>
                      <a:pt x="176788" y="1198020"/>
                      <a:pt x="181466" y="1193342"/>
                      <a:pt x="187229" y="1193342"/>
                    </a:cubicBezTo>
                    <a:lnTo>
                      <a:pt x="464974" y="1193342"/>
                    </a:lnTo>
                    <a:lnTo>
                      <a:pt x="464974" y="10442"/>
                    </a:lnTo>
                    <a:cubicBezTo>
                      <a:pt x="464974" y="4678"/>
                      <a:pt x="469652" y="0"/>
                      <a:pt x="475416" y="0"/>
                    </a:cubicBezTo>
                    <a:lnTo>
                      <a:pt x="1051789" y="0"/>
                    </a:lnTo>
                    <a:cubicBezTo>
                      <a:pt x="1057552" y="0"/>
                      <a:pt x="1062230" y="4678"/>
                      <a:pt x="1062230" y="10442"/>
                    </a:cubicBezTo>
                    <a:lnTo>
                      <a:pt x="1062230" y="698747"/>
                    </a:lnTo>
                    <a:lnTo>
                      <a:pt x="1430022" y="698747"/>
                    </a:lnTo>
                    <a:lnTo>
                      <a:pt x="1430022" y="348162"/>
                    </a:lnTo>
                    <a:cubicBezTo>
                      <a:pt x="1430022" y="342399"/>
                      <a:pt x="1434700" y="337721"/>
                      <a:pt x="1440464" y="337721"/>
                    </a:cubicBezTo>
                    <a:lnTo>
                      <a:pt x="2016837" y="337721"/>
                    </a:lnTo>
                    <a:cubicBezTo>
                      <a:pt x="2022600" y="337721"/>
                      <a:pt x="2027278" y="342399"/>
                      <a:pt x="2027278" y="348162"/>
                    </a:cubicBezTo>
                    <a:lnTo>
                      <a:pt x="2027278" y="715454"/>
                    </a:lnTo>
                    <a:lnTo>
                      <a:pt x="2400083" y="715454"/>
                    </a:lnTo>
                    <a:cubicBezTo>
                      <a:pt x="2405847" y="715454"/>
                      <a:pt x="2410524" y="720132"/>
                      <a:pt x="2410524" y="725895"/>
                    </a:cubicBezTo>
                    <a:cubicBezTo>
                      <a:pt x="2410524" y="955609"/>
                      <a:pt x="2410692" y="1185072"/>
                      <a:pt x="2410441" y="1414619"/>
                    </a:cubicBezTo>
                    <a:cubicBezTo>
                      <a:pt x="2410190" y="1655275"/>
                      <a:pt x="2272613" y="1793438"/>
                      <a:pt x="2032958" y="1793605"/>
                    </a:cubicBezTo>
                    <a:cubicBezTo>
                      <a:pt x="2018424" y="1793605"/>
                      <a:pt x="1974653" y="1793605"/>
                      <a:pt x="1909582" y="1793688"/>
                    </a:cubicBezTo>
                    <a:cubicBezTo>
                      <a:pt x="1841252" y="1793688"/>
                      <a:pt x="1749450" y="1793688"/>
                      <a:pt x="1643030" y="1793856"/>
                    </a:cubicBezTo>
                    <a:lnTo>
                      <a:pt x="1377982" y="1794023"/>
                    </a:lnTo>
                    <a:cubicBezTo>
                      <a:pt x="1156037" y="1794106"/>
                      <a:pt x="909282" y="1794273"/>
                      <a:pt x="690511" y="1794440"/>
                    </a:cubicBezTo>
                    <a:lnTo>
                      <a:pt x="688590" y="1794440"/>
                    </a:lnTo>
                    <a:cubicBezTo>
                      <a:pt x="662528" y="1794440"/>
                      <a:pt x="636884" y="1794440"/>
                      <a:pt x="611657" y="1794524"/>
                    </a:cubicBezTo>
                    <a:cubicBezTo>
                      <a:pt x="365320" y="1794691"/>
                      <a:pt x="165678" y="1794858"/>
                      <a:pt x="96179" y="1795025"/>
                    </a:cubicBezTo>
                    <a:lnTo>
                      <a:pt x="83900" y="1795025"/>
                    </a:lnTo>
                    <a:cubicBezTo>
                      <a:pt x="83315" y="1795025"/>
                      <a:pt x="82647" y="1795025"/>
                      <a:pt x="82062" y="1795025"/>
                    </a:cubicBezTo>
                    <a:close/>
                    <a:moveTo>
                      <a:pt x="23088" y="1336934"/>
                    </a:moveTo>
                    <a:cubicBezTo>
                      <a:pt x="23339" y="1482030"/>
                      <a:pt x="22671" y="1601815"/>
                      <a:pt x="20917" y="1713080"/>
                    </a:cubicBezTo>
                    <a:cubicBezTo>
                      <a:pt x="20499" y="1739393"/>
                      <a:pt x="23840" y="1754762"/>
                      <a:pt x="31859" y="1762865"/>
                    </a:cubicBezTo>
                    <a:cubicBezTo>
                      <a:pt x="39962" y="1771051"/>
                      <a:pt x="55165" y="1774142"/>
                      <a:pt x="83900" y="1774226"/>
                    </a:cubicBezTo>
                    <a:lnTo>
                      <a:pt x="96263" y="1774226"/>
                    </a:lnTo>
                    <a:cubicBezTo>
                      <a:pt x="165762" y="1774058"/>
                      <a:pt x="365404" y="1773891"/>
                      <a:pt x="611740" y="1773724"/>
                    </a:cubicBezTo>
                    <a:cubicBezTo>
                      <a:pt x="636967" y="1773641"/>
                      <a:pt x="662611" y="1773641"/>
                      <a:pt x="688674" y="1773641"/>
                    </a:cubicBezTo>
                    <a:lnTo>
                      <a:pt x="690595" y="1773641"/>
                    </a:lnTo>
                    <a:cubicBezTo>
                      <a:pt x="909366" y="1773474"/>
                      <a:pt x="1156120" y="1773307"/>
                      <a:pt x="1378066" y="1773223"/>
                    </a:cubicBezTo>
                    <a:lnTo>
                      <a:pt x="1643113" y="1773056"/>
                    </a:lnTo>
                    <a:cubicBezTo>
                      <a:pt x="1749450" y="1772973"/>
                      <a:pt x="1841335" y="1772889"/>
                      <a:pt x="1909665" y="1772889"/>
                    </a:cubicBezTo>
                    <a:cubicBezTo>
                      <a:pt x="1974737" y="1772889"/>
                      <a:pt x="2018424" y="1772889"/>
                      <a:pt x="2033042" y="1772805"/>
                    </a:cubicBezTo>
                    <a:cubicBezTo>
                      <a:pt x="2259415" y="1772638"/>
                      <a:pt x="2389475" y="1642077"/>
                      <a:pt x="2389641" y="1414703"/>
                    </a:cubicBezTo>
                    <a:lnTo>
                      <a:pt x="2389641" y="1414703"/>
                    </a:lnTo>
                    <a:cubicBezTo>
                      <a:pt x="2389892" y="1188664"/>
                      <a:pt x="2389809" y="962542"/>
                      <a:pt x="2389725" y="736420"/>
                    </a:cubicBezTo>
                    <a:lnTo>
                      <a:pt x="2016920" y="736420"/>
                    </a:lnTo>
                    <a:cubicBezTo>
                      <a:pt x="2011157" y="736420"/>
                      <a:pt x="2006479" y="731743"/>
                      <a:pt x="2006479" y="725979"/>
                    </a:cubicBezTo>
                    <a:lnTo>
                      <a:pt x="2006479" y="358687"/>
                    </a:lnTo>
                    <a:lnTo>
                      <a:pt x="1450989" y="358687"/>
                    </a:lnTo>
                    <a:lnTo>
                      <a:pt x="1450989" y="709272"/>
                    </a:lnTo>
                    <a:cubicBezTo>
                      <a:pt x="1450989" y="715036"/>
                      <a:pt x="1446311" y="719714"/>
                      <a:pt x="1440548" y="719714"/>
                    </a:cubicBezTo>
                    <a:lnTo>
                      <a:pt x="1051872" y="719714"/>
                    </a:lnTo>
                    <a:cubicBezTo>
                      <a:pt x="1046108" y="719714"/>
                      <a:pt x="1041430" y="715036"/>
                      <a:pt x="1041430" y="709272"/>
                    </a:cubicBezTo>
                    <a:lnTo>
                      <a:pt x="1041430" y="20966"/>
                    </a:lnTo>
                    <a:lnTo>
                      <a:pt x="485941" y="20966"/>
                    </a:lnTo>
                    <a:lnTo>
                      <a:pt x="485941" y="1203867"/>
                    </a:lnTo>
                    <a:cubicBezTo>
                      <a:pt x="485941" y="1209631"/>
                      <a:pt x="481263" y="1214309"/>
                      <a:pt x="475499" y="1214309"/>
                    </a:cubicBezTo>
                    <a:lnTo>
                      <a:pt x="197754" y="1214309"/>
                    </a:lnTo>
                    <a:lnTo>
                      <a:pt x="197754" y="1326493"/>
                    </a:lnTo>
                    <a:cubicBezTo>
                      <a:pt x="197754" y="1332256"/>
                      <a:pt x="193076" y="1336934"/>
                      <a:pt x="187313" y="1336934"/>
                    </a:cubicBezTo>
                    <a:lnTo>
                      <a:pt x="23172" y="133693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29"/>
              <p:cNvSpPr/>
              <p:nvPr/>
            </p:nvSpPr>
            <p:spPr>
              <a:xfrm>
                <a:off x="6470391" y="3346219"/>
                <a:ext cx="20883" cy="591826"/>
              </a:xfrm>
              <a:custGeom>
                <a:avLst/>
                <a:gdLst/>
                <a:ahLst/>
                <a:cxnLst/>
                <a:rect l="l" t="t" r="r" b="b"/>
                <a:pathLst>
                  <a:path w="20883" h="591826" extrusionOk="0">
                    <a:moveTo>
                      <a:pt x="10442" y="591826"/>
                    </a:moveTo>
                    <a:cubicBezTo>
                      <a:pt x="4678" y="591826"/>
                      <a:pt x="0" y="587148"/>
                      <a:pt x="0" y="581385"/>
                    </a:cubicBezTo>
                    <a:lnTo>
                      <a:pt x="0" y="10442"/>
                    </a:lnTo>
                    <a:cubicBezTo>
                      <a:pt x="0" y="4678"/>
                      <a:pt x="4678" y="0"/>
                      <a:pt x="10442" y="0"/>
                    </a:cubicBezTo>
                    <a:cubicBezTo>
                      <a:pt x="16205" y="0"/>
                      <a:pt x="20883" y="4678"/>
                      <a:pt x="20883" y="10442"/>
                    </a:cubicBezTo>
                    <a:lnTo>
                      <a:pt x="20883" y="581385"/>
                    </a:lnTo>
                    <a:cubicBezTo>
                      <a:pt x="20883" y="587148"/>
                      <a:pt x="16205" y="591826"/>
                      <a:pt x="10442" y="5918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29"/>
              <p:cNvSpPr/>
              <p:nvPr/>
            </p:nvSpPr>
            <p:spPr>
              <a:xfrm>
                <a:off x="8301836" y="2859142"/>
                <a:ext cx="20883" cy="710609"/>
              </a:xfrm>
              <a:custGeom>
                <a:avLst/>
                <a:gdLst/>
                <a:ahLst/>
                <a:cxnLst/>
                <a:rect l="l" t="t" r="r" b="b"/>
                <a:pathLst>
                  <a:path w="20883" h="710609" extrusionOk="0">
                    <a:moveTo>
                      <a:pt x="10442" y="710609"/>
                    </a:moveTo>
                    <a:cubicBezTo>
                      <a:pt x="4678" y="710609"/>
                      <a:pt x="0" y="705931"/>
                      <a:pt x="0" y="700168"/>
                    </a:cubicBezTo>
                    <a:lnTo>
                      <a:pt x="0" y="10442"/>
                    </a:lnTo>
                    <a:cubicBezTo>
                      <a:pt x="0" y="4678"/>
                      <a:pt x="4678" y="0"/>
                      <a:pt x="10442" y="0"/>
                    </a:cubicBezTo>
                    <a:cubicBezTo>
                      <a:pt x="16205" y="0"/>
                      <a:pt x="20883" y="4678"/>
                      <a:pt x="20883" y="10442"/>
                    </a:cubicBezTo>
                    <a:lnTo>
                      <a:pt x="20883" y="700168"/>
                    </a:lnTo>
                    <a:cubicBezTo>
                      <a:pt x="20883" y="705931"/>
                      <a:pt x="16205" y="710609"/>
                      <a:pt x="10442" y="7106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9" name="Google Shape;189;p29"/>
              <p:cNvGrpSpPr/>
              <p:nvPr/>
            </p:nvGrpSpPr>
            <p:grpSpPr>
              <a:xfrm>
                <a:off x="5991311" y="2685896"/>
                <a:ext cx="309281" cy="198973"/>
                <a:chOff x="5991311" y="2685896"/>
                <a:chExt cx="309281" cy="198973"/>
              </a:xfrm>
            </p:grpSpPr>
            <p:sp>
              <p:nvSpPr>
                <p:cNvPr id="190" name="Google Shape;190;p29"/>
                <p:cNvSpPr/>
                <p:nvPr/>
              </p:nvSpPr>
              <p:spPr>
                <a:xfrm>
                  <a:off x="6135510" y="2685896"/>
                  <a:ext cx="20883" cy="188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83" h="188615" extrusionOk="0">
                      <a:moveTo>
                        <a:pt x="10442" y="188616"/>
                      </a:moveTo>
                      <a:cubicBezTo>
                        <a:pt x="4678" y="188616"/>
                        <a:pt x="0" y="183938"/>
                        <a:pt x="0" y="178174"/>
                      </a:cubicBezTo>
                      <a:lnTo>
                        <a:pt x="0" y="10442"/>
                      </a:lnTo>
                      <a:cubicBezTo>
                        <a:pt x="0" y="4678"/>
                        <a:pt x="4678" y="0"/>
                        <a:pt x="10442" y="0"/>
                      </a:cubicBezTo>
                      <a:cubicBezTo>
                        <a:pt x="16205" y="0"/>
                        <a:pt x="20883" y="4678"/>
                        <a:pt x="20883" y="10442"/>
                      </a:cubicBezTo>
                      <a:lnTo>
                        <a:pt x="20883" y="178174"/>
                      </a:lnTo>
                      <a:cubicBezTo>
                        <a:pt x="20883" y="183938"/>
                        <a:pt x="16205" y="188616"/>
                        <a:pt x="10442" y="18861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0150" tIns="30050" rIns="60150" bIns="300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84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" name="Google Shape;191;p29"/>
                <p:cNvSpPr/>
                <p:nvPr/>
              </p:nvSpPr>
              <p:spPr>
                <a:xfrm>
                  <a:off x="6189616" y="2704334"/>
                  <a:ext cx="110976" cy="180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976" h="180535" extrusionOk="0">
                      <a:moveTo>
                        <a:pt x="10381" y="180452"/>
                      </a:moveTo>
                      <a:cubicBezTo>
                        <a:pt x="8626" y="180452"/>
                        <a:pt x="6872" y="180035"/>
                        <a:pt x="5285" y="179116"/>
                      </a:cubicBezTo>
                      <a:cubicBezTo>
                        <a:pt x="273" y="176276"/>
                        <a:pt x="-1481" y="169927"/>
                        <a:pt x="1359" y="164915"/>
                      </a:cubicBezTo>
                      <a:lnTo>
                        <a:pt x="91491" y="5285"/>
                      </a:lnTo>
                      <a:cubicBezTo>
                        <a:pt x="94331" y="273"/>
                        <a:pt x="100679" y="-1481"/>
                        <a:pt x="105691" y="1359"/>
                      </a:cubicBezTo>
                      <a:cubicBezTo>
                        <a:pt x="110703" y="4199"/>
                        <a:pt x="112457" y="10548"/>
                        <a:pt x="109617" y="15559"/>
                      </a:cubicBezTo>
                      <a:lnTo>
                        <a:pt x="19486" y="175190"/>
                      </a:lnTo>
                      <a:cubicBezTo>
                        <a:pt x="17564" y="178615"/>
                        <a:pt x="14056" y="180536"/>
                        <a:pt x="10381" y="18053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0150" tIns="30050" rIns="60150" bIns="300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84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29"/>
                <p:cNvSpPr/>
                <p:nvPr/>
              </p:nvSpPr>
              <p:spPr>
                <a:xfrm>
                  <a:off x="5991311" y="2704251"/>
                  <a:ext cx="110976" cy="180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976" h="180536" extrusionOk="0">
                      <a:moveTo>
                        <a:pt x="100596" y="180536"/>
                      </a:moveTo>
                      <a:cubicBezTo>
                        <a:pt x="96920" y="180536"/>
                        <a:pt x="93412" y="178615"/>
                        <a:pt x="91491" y="175190"/>
                      </a:cubicBezTo>
                      <a:lnTo>
                        <a:pt x="1359" y="15560"/>
                      </a:lnTo>
                      <a:cubicBezTo>
                        <a:pt x="-1481" y="10548"/>
                        <a:pt x="273" y="4199"/>
                        <a:pt x="5285" y="1359"/>
                      </a:cubicBezTo>
                      <a:cubicBezTo>
                        <a:pt x="10297" y="-1481"/>
                        <a:pt x="16645" y="273"/>
                        <a:pt x="19486" y="5285"/>
                      </a:cubicBezTo>
                      <a:lnTo>
                        <a:pt x="109617" y="164916"/>
                      </a:lnTo>
                      <a:cubicBezTo>
                        <a:pt x="112457" y="169927"/>
                        <a:pt x="110703" y="176276"/>
                        <a:pt x="105691" y="179116"/>
                      </a:cubicBezTo>
                      <a:cubicBezTo>
                        <a:pt x="104104" y="180035"/>
                        <a:pt x="102266" y="180452"/>
                        <a:pt x="100596" y="18045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0150" tIns="30050" rIns="60150" bIns="300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84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3" name="Google Shape;193;p29"/>
            <p:cNvGrpSpPr/>
            <p:nvPr/>
          </p:nvGrpSpPr>
          <p:grpSpPr>
            <a:xfrm>
              <a:off x="3098320" y="1429545"/>
              <a:ext cx="2952655" cy="1850011"/>
              <a:chOff x="4318223" y="4436336"/>
              <a:chExt cx="3866756" cy="2422749"/>
            </a:xfrm>
          </p:grpSpPr>
          <p:sp>
            <p:nvSpPr>
              <p:cNvPr id="194" name="Google Shape;194;p29"/>
              <p:cNvSpPr/>
              <p:nvPr/>
            </p:nvSpPr>
            <p:spPr>
              <a:xfrm>
                <a:off x="5703481" y="5862282"/>
                <a:ext cx="624342" cy="488685"/>
              </a:xfrm>
              <a:custGeom>
                <a:avLst/>
                <a:gdLst/>
                <a:ahLst/>
                <a:cxnLst/>
                <a:rect l="l" t="t" r="r" b="b"/>
                <a:pathLst>
                  <a:path w="624342" h="488685" extrusionOk="0">
                    <a:moveTo>
                      <a:pt x="92470" y="33175"/>
                    </a:moveTo>
                    <a:cubicBezTo>
                      <a:pt x="92470" y="33175"/>
                      <a:pt x="169654" y="29249"/>
                      <a:pt x="248091" y="13127"/>
                    </a:cubicBezTo>
                    <a:cubicBezTo>
                      <a:pt x="466110" y="-31563"/>
                      <a:pt x="530597" y="49129"/>
                      <a:pt x="466110" y="86970"/>
                    </a:cubicBezTo>
                    <a:cubicBezTo>
                      <a:pt x="398031" y="126898"/>
                      <a:pt x="435203" y="91480"/>
                      <a:pt x="409058" y="99917"/>
                    </a:cubicBezTo>
                    <a:cubicBezTo>
                      <a:pt x="402960" y="101922"/>
                      <a:pt x="537530" y="200406"/>
                      <a:pt x="610287" y="291039"/>
                    </a:cubicBezTo>
                    <a:cubicBezTo>
                      <a:pt x="637602" y="325037"/>
                      <a:pt x="623485" y="378998"/>
                      <a:pt x="581969" y="392113"/>
                    </a:cubicBezTo>
                    <a:lnTo>
                      <a:pt x="581969" y="392113"/>
                    </a:lnTo>
                    <a:cubicBezTo>
                      <a:pt x="580466" y="456099"/>
                      <a:pt x="529260" y="456934"/>
                      <a:pt x="496432" y="453509"/>
                    </a:cubicBezTo>
                    <a:cubicBezTo>
                      <a:pt x="486158" y="452423"/>
                      <a:pt x="455752" y="510478"/>
                      <a:pt x="383330" y="479655"/>
                    </a:cubicBezTo>
                    <a:cubicBezTo>
                      <a:pt x="253270" y="424440"/>
                      <a:pt x="0" y="296302"/>
                      <a:pt x="0" y="296302"/>
                    </a:cubicBezTo>
                    <a:lnTo>
                      <a:pt x="92470" y="3309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29"/>
              <p:cNvSpPr/>
              <p:nvPr/>
            </p:nvSpPr>
            <p:spPr>
              <a:xfrm>
                <a:off x="5693065" y="5851796"/>
                <a:ext cx="645174" cy="509687"/>
              </a:xfrm>
              <a:custGeom>
                <a:avLst/>
                <a:gdLst/>
                <a:ahLst/>
                <a:cxnLst/>
                <a:rect l="l" t="t" r="r" b="b"/>
                <a:pathLst>
                  <a:path w="645174" h="509687" extrusionOk="0">
                    <a:moveTo>
                      <a:pt x="434092" y="509688"/>
                    </a:moveTo>
                    <a:cubicBezTo>
                      <a:pt x="421144" y="509688"/>
                      <a:pt x="406359" y="506931"/>
                      <a:pt x="389653" y="499831"/>
                    </a:cubicBezTo>
                    <a:cubicBezTo>
                      <a:pt x="260763" y="445117"/>
                      <a:pt x="8244" y="317480"/>
                      <a:pt x="5738" y="316144"/>
                    </a:cubicBezTo>
                    <a:cubicBezTo>
                      <a:pt x="1061" y="313804"/>
                      <a:pt x="-1111" y="308291"/>
                      <a:pt x="559" y="303363"/>
                    </a:cubicBezTo>
                    <a:lnTo>
                      <a:pt x="93030" y="40153"/>
                    </a:lnTo>
                    <a:cubicBezTo>
                      <a:pt x="94450" y="36143"/>
                      <a:pt x="98125" y="33386"/>
                      <a:pt x="102385" y="33220"/>
                    </a:cubicBezTo>
                    <a:cubicBezTo>
                      <a:pt x="103137" y="33220"/>
                      <a:pt x="179652" y="29127"/>
                      <a:pt x="256419" y="13423"/>
                    </a:cubicBezTo>
                    <a:cubicBezTo>
                      <a:pt x="408448" y="-17735"/>
                      <a:pt x="492397" y="9747"/>
                      <a:pt x="508185" y="50929"/>
                    </a:cubicBezTo>
                    <a:cubicBezTo>
                      <a:pt x="515954" y="71143"/>
                      <a:pt x="505846" y="92444"/>
                      <a:pt x="481789" y="106561"/>
                    </a:cubicBezTo>
                    <a:cubicBezTo>
                      <a:pt x="466670" y="115415"/>
                      <a:pt x="456395" y="120845"/>
                      <a:pt x="448877" y="123936"/>
                    </a:cubicBezTo>
                    <a:cubicBezTo>
                      <a:pt x="452051" y="126609"/>
                      <a:pt x="455309" y="129365"/>
                      <a:pt x="458651" y="132122"/>
                    </a:cubicBezTo>
                    <a:cubicBezTo>
                      <a:pt x="500834" y="167539"/>
                      <a:pt x="579355" y="233446"/>
                      <a:pt x="628806" y="295010"/>
                    </a:cubicBezTo>
                    <a:cubicBezTo>
                      <a:pt x="644343" y="314306"/>
                      <a:pt x="649188" y="340368"/>
                      <a:pt x="641753" y="364759"/>
                    </a:cubicBezTo>
                    <a:cubicBezTo>
                      <a:pt x="635405" y="385642"/>
                      <a:pt x="621288" y="401764"/>
                      <a:pt x="602326" y="410034"/>
                    </a:cubicBezTo>
                    <a:cubicBezTo>
                      <a:pt x="600572" y="431084"/>
                      <a:pt x="593305" y="447372"/>
                      <a:pt x="580607" y="458482"/>
                    </a:cubicBezTo>
                    <a:cubicBezTo>
                      <a:pt x="559641" y="476943"/>
                      <a:pt x="529569" y="476776"/>
                      <a:pt x="507851" y="474604"/>
                    </a:cubicBezTo>
                    <a:cubicBezTo>
                      <a:pt x="506347" y="475690"/>
                      <a:pt x="504008" y="477778"/>
                      <a:pt x="502004" y="479616"/>
                    </a:cubicBezTo>
                    <a:cubicBezTo>
                      <a:pt x="489808" y="490392"/>
                      <a:pt x="468089" y="509688"/>
                      <a:pt x="433925" y="509688"/>
                    </a:cubicBezTo>
                    <a:close/>
                    <a:moveTo>
                      <a:pt x="23364" y="301692"/>
                    </a:moveTo>
                    <a:cubicBezTo>
                      <a:pt x="67887" y="324079"/>
                      <a:pt x="282648" y="431752"/>
                      <a:pt x="397839" y="480619"/>
                    </a:cubicBezTo>
                    <a:cubicBezTo>
                      <a:pt x="446371" y="501167"/>
                      <a:pt x="472684" y="477946"/>
                      <a:pt x="488388" y="463996"/>
                    </a:cubicBezTo>
                    <a:cubicBezTo>
                      <a:pt x="495655" y="457564"/>
                      <a:pt x="500918" y="452969"/>
                      <a:pt x="508018" y="453637"/>
                    </a:cubicBezTo>
                    <a:cubicBezTo>
                      <a:pt x="525894" y="455559"/>
                      <a:pt x="551455" y="456478"/>
                      <a:pt x="566992" y="442778"/>
                    </a:cubicBezTo>
                    <a:cubicBezTo>
                      <a:pt x="576514" y="434425"/>
                      <a:pt x="581526" y="420809"/>
                      <a:pt x="581944" y="402349"/>
                    </a:cubicBezTo>
                    <a:cubicBezTo>
                      <a:pt x="582028" y="397921"/>
                      <a:pt x="584951" y="393996"/>
                      <a:pt x="589211" y="392659"/>
                    </a:cubicBezTo>
                    <a:cubicBezTo>
                      <a:pt x="604915" y="387731"/>
                      <a:pt x="616777" y="375284"/>
                      <a:pt x="621872" y="358661"/>
                    </a:cubicBezTo>
                    <a:cubicBezTo>
                      <a:pt x="627219" y="340952"/>
                      <a:pt x="623794" y="321991"/>
                      <a:pt x="612600" y="308041"/>
                    </a:cubicBezTo>
                    <a:cubicBezTo>
                      <a:pt x="564486" y="248065"/>
                      <a:pt x="486968" y="182993"/>
                      <a:pt x="445285" y="148077"/>
                    </a:cubicBezTo>
                    <a:cubicBezTo>
                      <a:pt x="408949" y="117587"/>
                      <a:pt x="407529" y="116418"/>
                      <a:pt x="409032" y="108649"/>
                    </a:cubicBezTo>
                    <a:cubicBezTo>
                      <a:pt x="409784" y="104890"/>
                      <a:pt x="412624" y="101716"/>
                      <a:pt x="416216" y="100463"/>
                    </a:cubicBezTo>
                    <a:cubicBezTo>
                      <a:pt x="421312" y="98792"/>
                      <a:pt x="427827" y="97289"/>
                      <a:pt x="433591" y="100296"/>
                    </a:cubicBezTo>
                    <a:cubicBezTo>
                      <a:pt x="436180" y="101633"/>
                      <a:pt x="437934" y="103554"/>
                      <a:pt x="439020" y="105308"/>
                    </a:cubicBezTo>
                    <a:cubicBezTo>
                      <a:pt x="443531" y="103637"/>
                      <a:pt x="452720" y="99294"/>
                      <a:pt x="471264" y="88434"/>
                    </a:cubicBezTo>
                    <a:cubicBezTo>
                      <a:pt x="478364" y="84258"/>
                      <a:pt x="494402" y="72981"/>
                      <a:pt x="488722" y="58279"/>
                    </a:cubicBezTo>
                    <a:cubicBezTo>
                      <a:pt x="478949" y="32719"/>
                      <a:pt x="408281" y="3482"/>
                      <a:pt x="260595" y="33805"/>
                    </a:cubicBezTo>
                    <a:cubicBezTo>
                      <a:pt x="195858" y="47086"/>
                      <a:pt x="131371" y="52181"/>
                      <a:pt x="110404" y="53602"/>
                    </a:cubicBezTo>
                    <a:lnTo>
                      <a:pt x="23280" y="30169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29"/>
              <p:cNvSpPr/>
              <p:nvPr/>
            </p:nvSpPr>
            <p:spPr>
              <a:xfrm>
                <a:off x="4510767" y="6077641"/>
                <a:ext cx="980375" cy="771002"/>
              </a:xfrm>
              <a:custGeom>
                <a:avLst/>
                <a:gdLst/>
                <a:ahLst/>
                <a:cxnLst/>
                <a:rect l="l" t="t" r="r" b="b"/>
                <a:pathLst>
                  <a:path w="980375" h="771002" extrusionOk="0">
                    <a:moveTo>
                      <a:pt x="972440" y="660239"/>
                    </a:moveTo>
                    <a:cubicBezTo>
                      <a:pt x="963168" y="532852"/>
                      <a:pt x="951139" y="425764"/>
                      <a:pt x="938275" y="337303"/>
                    </a:cubicBezTo>
                    <a:cubicBezTo>
                      <a:pt x="918812" y="202399"/>
                      <a:pt x="897762" y="110931"/>
                      <a:pt x="883478" y="57721"/>
                    </a:cubicBezTo>
                    <a:cubicBezTo>
                      <a:pt x="883478" y="57553"/>
                      <a:pt x="883478" y="57303"/>
                      <a:pt x="883311" y="57136"/>
                    </a:cubicBezTo>
                    <a:cubicBezTo>
                      <a:pt x="883311" y="57052"/>
                      <a:pt x="883311" y="56885"/>
                      <a:pt x="883311" y="56802"/>
                    </a:cubicBezTo>
                    <a:cubicBezTo>
                      <a:pt x="881640" y="50453"/>
                      <a:pt x="880053" y="44773"/>
                      <a:pt x="878633" y="39594"/>
                    </a:cubicBezTo>
                    <a:cubicBezTo>
                      <a:pt x="878132" y="37923"/>
                      <a:pt x="877631" y="36336"/>
                      <a:pt x="877213" y="34833"/>
                    </a:cubicBezTo>
                    <a:lnTo>
                      <a:pt x="877213" y="34666"/>
                    </a:lnTo>
                    <a:cubicBezTo>
                      <a:pt x="870447" y="11611"/>
                      <a:pt x="866187" y="334"/>
                      <a:pt x="866103" y="0"/>
                    </a:cubicBezTo>
                    <a:lnTo>
                      <a:pt x="816903" y="3675"/>
                    </a:lnTo>
                    <a:lnTo>
                      <a:pt x="794433" y="5429"/>
                    </a:lnTo>
                    <a:lnTo>
                      <a:pt x="794433" y="5429"/>
                    </a:lnTo>
                    <a:lnTo>
                      <a:pt x="73298" y="58807"/>
                    </a:lnTo>
                    <a:cubicBezTo>
                      <a:pt x="37797" y="145597"/>
                      <a:pt x="17666" y="224618"/>
                      <a:pt x="7893" y="296706"/>
                    </a:cubicBezTo>
                    <a:cubicBezTo>
                      <a:pt x="-20926" y="506957"/>
                      <a:pt x="37296" y="658568"/>
                      <a:pt x="52749" y="770669"/>
                    </a:cubicBezTo>
                    <a:lnTo>
                      <a:pt x="55423" y="770669"/>
                    </a:lnTo>
                    <a:cubicBezTo>
                      <a:pt x="127344" y="770669"/>
                      <a:pt x="199349" y="770669"/>
                      <a:pt x="271270" y="770836"/>
                    </a:cubicBezTo>
                    <a:lnTo>
                      <a:pt x="284301" y="770836"/>
                    </a:lnTo>
                    <a:cubicBezTo>
                      <a:pt x="438335" y="771003"/>
                      <a:pt x="592535" y="771003"/>
                      <a:pt x="746569" y="771003"/>
                    </a:cubicBezTo>
                    <a:lnTo>
                      <a:pt x="980376" y="771003"/>
                    </a:lnTo>
                    <a:cubicBezTo>
                      <a:pt x="977953" y="732160"/>
                      <a:pt x="975197" y="695323"/>
                      <a:pt x="972607" y="66023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29"/>
              <p:cNvSpPr/>
              <p:nvPr/>
            </p:nvSpPr>
            <p:spPr>
              <a:xfrm>
                <a:off x="5327586" y="6077641"/>
                <a:ext cx="163389" cy="771002"/>
              </a:xfrm>
              <a:custGeom>
                <a:avLst/>
                <a:gdLst/>
                <a:ahLst/>
                <a:cxnLst/>
                <a:rect l="l" t="t" r="r" b="b"/>
                <a:pathLst>
                  <a:path w="163389" h="771002" extrusionOk="0">
                    <a:moveTo>
                      <a:pt x="163389" y="771003"/>
                    </a:moveTo>
                    <a:lnTo>
                      <a:pt x="113103" y="771003"/>
                    </a:lnTo>
                    <a:cubicBezTo>
                      <a:pt x="110680" y="732327"/>
                      <a:pt x="107924" y="695573"/>
                      <a:pt x="105334" y="660657"/>
                    </a:cubicBezTo>
                    <a:cubicBezTo>
                      <a:pt x="96146" y="533270"/>
                      <a:pt x="83950" y="426181"/>
                      <a:pt x="71086" y="337721"/>
                    </a:cubicBezTo>
                    <a:lnTo>
                      <a:pt x="71086" y="337721"/>
                    </a:lnTo>
                    <a:cubicBezTo>
                      <a:pt x="44606" y="154451"/>
                      <a:pt x="15537" y="51539"/>
                      <a:pt x="3926" y="15453"/>
                    </a:cubicBezTo>
                    <a:lnTo>
                      <a:pt x="3926" y="15453"/>
                    </a:lnTo>
                    <a:cubicBezTo>
                      <a:pt x="2255" y="9940"/>
                      <a:pt x="919" y="6181"/>
                      <a:pt x="0" y="3675"/>
                    </a:cubicBezTo>
                    <a:lnTo>
                      <a:pt x="49201" y="0"/>
                    </a:lnTo>
                    <a:cubicBezTo>
                      <a:pt x="49201" y="0"/>
                      <a:pt x="53544" y="11611"/>
                      <a:pt x="60310" y="34666"/>
                    </a:cubicBezTo>
                    <a:lnTo>
                      <a:pt x="60310" y="34833"/>
                    </a:lnTo>
                    <a:lnTo>
                      <a:pt x="60310" y="34833"/>
                    </a:lnTo>
                    <a:cubicBezTo>
                      <a:pt x="60728" y="36336"/>
                      <a:pt x="61146" y="38007"/>
                      <a:pt x="61647" y="39594"/>
                    </a:cubicBezTo>
                    <a:cubicBezTo>
                      <a:pt x="63067" y="44773"/>
                      <a:pt x="64654" y="50453"/>
                      <a:pt x="66325" y="56802"/>
                    </a:cubicBezTo>
                    <a:cubicBezTo>
                      <a:pt x="66325" y="56885"/>
                      <a:pt x="66325" y="57052"/>
                      <a:pt x="66325" y="57136"/>
                    </a:cubicBezTo>
                    <a:cubicBezTo>
                      <a:pt x="66408" y="57303"/>
                      <a:pt x="66408" y="57553"/>
                      <a:pt x="66492" y="57721"/>
                    </a:cubicBezTo>
                    <a:cubicBezTo>
                      <a:pt x="80776" y="110931"/>
                      <a:pt x="101826" y="202399"/>
                      <a:pt x="121289" y="337303"/>
                    </a:cubicBezTo>
                    <a:cubicBezTo>
                      <a:pt x="134153" y="425764"/>
                      <a:pt x="146181" y="532852"/>
                      <a:pt x="155454" y="660239"/>
                    </a:cubicBezTo>
                    <a:cubicBezTo>
                      <a:pt x="158043" y="695323"/>
                      <a:pt x="160800" y="732160"/>
                      <a:pt x="163222" y="77100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29"/>
              <p:cNvSpPr/>
              <p:nvPr/>
            </p:nvSpPr>
            <p:spPr>
              <a:xfrm>
                <a:off x="4500120" y="6067245"/>
                <a:ext cx="1001397" cy="791840"/>
              </a:xfrm>
              <a:custGeom>
                <a:avLst/>
                <a:gdLst/>
                <a:ahLst/>
                <a:cxnLst/>
                <a:rect l="l" t="t" r="r" b="b"/>
                <a:pathLst>
                  <a:path w="1001397" h="791840" extrusionOk="0">
                    <a:moveTo>
                      <a:pt x="990855" y="791840"/>
                    </a:moveTo>
                    <a:lnTo>
                      <a:pt x="757048" y="791840"/>
                    </a:lnTo>
                    <a:cubicBezTo>
                      <a:pt x="603015" y="791840"/>
                      <a:pt x="448814" y="791840"/>
                      <a:pt x="294780" y="791673"/>
                    </a:cubicBezTo>
                    <a:lnTo>
                      <a:pt x="63229" y="791506"/>
                    </a:lnTo>
                    <a:cubicBezTo>
                      <a:pt x="58050" y="791506"/>
                      <a:pt x="53623" y="787664"/>
                      <a:pt x="52871" y="782485"/>
                    </a:cubicBezTo>
                    <a:cubicBezTo>
                      <a:pt x="48945" y="754251"/>
                      <a:pt x="42179" y="722675"/>
                      <a:pt x="34912" y="689262"/>
                    </a:cubicBezTo>
                    <a:cubicBezTo>
                      <a:pt x="13277" y="588940"/>
                      <a:pt x="-13704" y="464060"/>
                      <a:pt x="8014" y="305682"/>
                    </a:cubicBezTo>
                    <a:cubicBezTo>
                      <a:pt x="18623" y="227412"/>
                      <a:pt x="40842" y="146553"/>
                      <a:pt x="74088" y="65277"/>
                    </a:cubicBezTo>
                    <a:cubicBezTo>
                      <a:pt x="75592" y="61601"/>
                      <a:pt x="79017" y="59095"/>
                      <a:pt x="83026" y="58844"/>
                    </a:cubicBezTo>
                    <a:lnTo>
                      <a:pt x="804160" y="5467"/>
                    </a:lnTo>
                    <a:cubicBezTo>
                      <a:pt x="804160" y="5467"/>
                      <a:pt x="804745" y="5467"/>
                      <a:pt x="804996" y="5467"/>
                    </a:cubicBezTo>
                    <a:lnTo>
                      <a:pt x="875914" y="38"/>
                    </a:lnTo>
                    <a:cubicBezTo>
                      <a:pt x="880759" y="-380"/>
                      <a:pt x="885187" y="2710"/>
                      <a:pt x="886607" y="7221"/>
                    </a:cubicBezTo>
                    <a:cubicBezTo>
                      <a:pt x="890199" y="17245"/>
                      <a:pt x="893874" y="28856"/>
                      <a:pt x="897800" y="42138"/>
                    </a:cubicBezTo>
                    <a:cubicBezTo>
                      <a:pt x="897884" y="42472"/>
                      <a:pt x="897967" y="42806"/>
                      <a:pt x="898051" y="43224"/>
                    </a:cubicBezTo>
                    <a:cubicBezTo>
                      <a:pt x="898301" y="44143"/>
                      <a:pt x="898552" y="44978"/>
                      <a:pt x="898886" y="45981"/>
                    </a:cubicBezTo>
                    <a:lnTo>
                      <a:pt x="900222" y="50575"/>
                    </a:lnTo>
                    <a:cubicBezTo>
                      <a:pt x="901392" y="54918"/>
                      <a:pt x="902645" y="59513"/>
                      <a:pt x="904065" y="64608"/>
                    </a:cubicBezTo>
                    <a:lnTo>
                      <a:pt x="904065" y="64608"/>
                    </a:lnTo>
                    <a:lnTo>
                      <a:pt x="904065" y="64775"/>
                    </a:lnTo>
                    <a:cubicBezTo>
                      <a:pt x="904065" y="64775"/>
                      <a:pt x="904148" y="64942"/>
                      <a:pt x="904232" y="65109"/>
                    </a:cubicBezTo>
                    <a:cubicBezTo>
                      <a:pt x="904232" y="65193"/>
                      <a:pt x="904232" y="65360"/>
                      <a:pt x="904316" y="65443"/>
                    </a:cubicBezTo>
                    <a:cubicBezTo>
                      <a:pt x="918683" y="118820"/>
                      <a:pt x="939817" y="210873"/>
                      <a:pt x="959363" y="346279"/>
                    </a:cubicBezTo>
                    <a:cubicBezTo>
                      <a:pt x="973564" y="443928"/>
                      <a:pt x="985091" y="552854"/>
                      <a:pt x="993611" y="669966"/>
                    </a:cubicBezTo>
                    <a:lnTo>
                      <a:pt x="994113" y="676649"/>
                    </a:lnTo>
                    <a:cubicBezTo>
                      <a:pt x="996535" y="709979"/>
                      <a:pt x="999125" y="744394"/>
                      <a:pt x="1001380" y="780814"/>
                    </a:cubicBezTo>
                    <a:cubicBezTo>
                      <a:pt x="1001547" y="783654"/>
                      <a:pt x="1000545" y="786494"/>
                      <a:pt x="998540" y="788582"/>
                    </a:cubicBezTo>
                    <a:cubicBezTo>
                      <a:pt x="996535" y="790671"/>
                      <a:pt x="993779" y="791840"/>
                      <a:pt x="990938" y="791840"/>
                    </a:cubicBezTo>
                    <a:close/>
                    <a:moveTo>
                      <a:pt x="72250" y="770623"/>
                    </a:moveTo>
                    <a:lnTo>
                      <a:pt x="294780" y="770790"/>
                    </a:lnTo>
                    <a:cubicBezTo>
                      <a:pt x="448814" y="770957"/>
                      <a:pt x="603015" y="770957"/>
                      <a:pt x="757048" y="770957"/>
                    </a:cubicBezTo>
                    <a:lnTo>
                      <a:pt x="979745" y="770957"/>
                    </a:lnTo>
                    <a:cubicBezTo>
                      <a:pt x="977657" y="738714"/>
                      <a:pt x="975401" y="707974"/>
                      <a:pt x="973146" y="678069"/>
                    </a:cubicBezTo>
                    <a:lnTo>
                      <a:pt x="972645" y="671387"/>
                    </a:lnTo>
                    <a:lnTo>
                      <a:pt x="972645" y="671387"/>
                    </a:lnTo>
                    <a:cubicBezTo>
                      <a:pt x="964125" y="554775"/>
                      <a:pt x="952681" y="446351"/>
                      <a:pt x="938564" y="349203"/>
                    </a:cubicBezTo>
                    <a:cubicBezTo>
                      <a:pt x="919184" y="214883"/>
                      <a:pt x="898218" y="123749"/>
                      <a:pt x="884017" y="70873"/>
                    </a:cubicBezTo>
                    <a:cubicBezTo>
                      <a:pt x="884017" y="70873"/>
                      <a:pt x="884017" y="70706"/>
                      <a:pt x="884017" y="70706"/>
                    </a:cubicBezTo>
                    <a:cubicBezTo>
                      <a:pt x="884017" y="70455"/>
                      <a:pt x="883850" y="70121"/>
                      <a:pt x="883767" y="69871"/>
                    </a:cubicBezTo>
                    <a:cubicBezTo>
                      <a:pt x="882430" y="64858"/>
                      <a:pt x="881177" y="60264"/>
                      <a:pt x="880008" y="56088"/>
                    </a:cubicBezTo>
                    <a:lnTo>
                      <a:pt x="878838" y="52078"/>
                    </a:lnTo>
                    <a:cubicBezTo>
                      <a:pt x="878420" y="50658"/>
                      <a:pt x="878003" y="49322"/>
                      <a:pt x="877669" y="48069"/>
                    </a:cubicBezTo>
                    <a:cubicBezTo>
                      <a:pt x="877669" y="47818"/>
                      <a:pt x="877502" y="47484"/>
                      <a:pt x="877502" y="47233"/>
                    </a:cubicBezTo>
                    <a:cubicBezTo>
                      <a:pt x="875413" y="40133"/>
                      <a:pt x="872490" y="30610"/>
                      <a:pt x="869399" y="21422"/>
                    </a:cubicBezTo>
                    <a:lnTo>
                      <a:pt x="805747" y="26267"/>
                    </a:lnTo>
                    <a:cubicBezTo>
                      <a:pt x="805747" y="26267"/>
                      <a:pt x="805079" y="26267"/>
                      <a:pt x="804829" y="26267"/>
                    </a:cubicBezTo>
                    <a:lnTo>
                      <a:pt x="90962" y="79143"/>
                    </a:lnTo>
                    <a:cubicBezTo>
                      <a:pt x="59721" y="156744"/>
                      <a:pt x="38754" y="233845"/>
                      <a:pt x="28647" y="308522"/>
                    </a:cubicBezTo>
                    <a:cubicBezTo>
                      <a:pt x="7429" y="463224"/>
                      <a:pt x="33993" y="586100"/>
                      <a:pt x="55293" y="684835"/>
                    </a:cubicBezTo>
                    <a:cubicBezTo>
                      <a:pt x="61809" y="715158"/>
                      <a:pt x="68074" y="744059"/>
                      <a:pt x="72167" y="770623"/>
                    </a:cubicBezTo>
                    <a:close/>
                    <a:moveTo>
                      <a:pt x="886440" y="74548"/>
                    </a:moveTo>
                    <a:lnTo>
                      <a:pt x="886440" y="74548"/>
                    </a:lnTo>
                    <a:close/>
                    <a:moveTo>
                      <a:pt x="876666" y="10396"/>
                    </a:moveTo>
                    <a:lnTo>
                      <a:pt x="876666" y="10396"/>
                    </a:lnTo>
                    <a:lnTo>
                      <a:pt x="876666" y="103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29"/>
              <p:cNvSpPr/>
              <p:nvPr/>
            </p:nvSpPr>
            <p:spPr>
              <a:xfrm>
                <a:off x="4328430" y="4966495"/>
                <a:ext cx="1598566" cy="1449368"/>
              </a:xfrm>
              <a:custGeom>
                <a:avLst/>
                <a:gdLst/>
                <a:ahLst/>
                <a:cxnLst/>
                <a:rect l="l" t="t" r="r" b="b"/>
                <a:pathLst>
                  <a:path w="1598566" h="1449368" extrusionOk="0">
                    <a:moveTo>
                      <a:pt x="1465266" y="1268437"/>
                    </a:moveTo>
                    <a:cubicBezTo>
                      <a:pt x="1465266" y="1268437"/>
                      <a:pt x="1602008" y="877674"/>
                      <a:pt x="1598500" y="875001"/>
                    </a:cubicBezTo>
                    <a:cubicBezTo>
                      <a:pt x="1567008" y="850776"/>
                      <a:pt x="1294192" y="775179"/>
                      <a:pt x="1294192" y="775179"/>
                    </a:cubicBezTo>
                    <a:cubicBezTo>
                      <a:pt x="1197128" y="724475"/>
                      <a:pt x="1097724" y="671182"/>
                      <a:pt x="1094801" y="648795"/>
                    </a:cubicBezTo>
                    <a:cubicBezTo>
                      <a:pt x="1070576" y="629666"/>
                      <a:pt x="1058631" y="618055"/>
                      <a:pt x="1058631" y="618055"/>
                    </a:cubicBezTo>
                    <a:cubicBezTo>
                      <a:pt x="1053368" y="594249"/>
                      <a:pt x="1050946" y="533103"/>
                      <a:pt x="1035827" y="456253"/>
                    </a:cubicBezTo>
                    <a:cubicBezTo>
                      <a:pt x="930075" y="236814"/>
                      <a:pt x="703786" y="47363"/>
                      <a:pt x="447926" y="0"/>
                    </a:cubicBezTo>
                    <a:cubicBezTo>
                      <a:pt x="274179" y="43854"/>
                      <a:pt x="251208" y="235811"/>
                      <a:pt x="245945" y="294785"/>
                    </a:cubicBezTo>
                    <a:cubicBezTo>
                      <a:pt x="243774" y="318843"/>
                      <a:pt x="13559" y="572781"/>
                      <a:pt x="2866" y="751206"/>
                    </a:cubicBezTo>
                    <a:cubicBezTo>
                      <a:pt x="2866" y="751206"/>
                      <a:pt x="-39986" y="929213"/>
                      <a:pt x="205683" y="1059524"/>
                    </a:cubicBezTo>
                    <a:cubicBezTo>
                      <a:pt x="194155" y="1101039"/>
                      <a:pt x="125492" y="1373939"/>
                      <a:pt x="125492" y="1373939"/>
                    </a:cubicBezTo>
                    <a:cubicBezTo>
                      <a:pt x="147210" y="1466075"/>
                      <a:pt x="1102987" y="1447531"/>
                      <a:pt x="1138906" y="1448366"/>
                    </a:cubicBezTo>
                    <a:cubicBezTo>
                      <a:pt x="1138906" y="1448366"/>
                      <a:pt x="1164299" y="1352388"/>
                      <a:pt x="1123452" y="1165108"/>
                    </a:cubicBezTo>
                    <a:cubicBezTo>
                      <a:pt x="1121030" y="1153915"/>
                      <a:pt x="1465350" y="1268437"/>
                      <a:pt x="1465350" y="126843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29"/>
              <p:cNvSpPr/>
              <p:nvPr/>
            </p:nvSpPr>
            <p:spPr>
              <a:xfrm>
                <a:off x="5392375" y="6115753"/>
                <a:ext cx="77775" cy="299442"/>
              </a:xfrm>
              <a:custGeom>
                <a:avLst/>
                <a:gdLst/>
                <a:ahLst/>
                <a:cxnLst/>
                <a:rect l="l" t="t" r="r" b="b"/>
                <a:pathLst>
                  <a:path w="77775" h="299442" extrusionOk="0">
                    <a:moveTo>
                      <a:pt x="1870" y="19609"/>
                    </a:moveTo>
                    <a:cubicBezTo>
                      <a:pt x="31441" y="149502"/>
                      <a:pt x="27264" y="255003"/>
                      <a:pt x="23338" y="299442"/>
                    </a:cubicBezTo>
                    <a:cubicBezTo>
                      <a:pt x="52156" y="299192"/>
                      <a:pt x="70534" y="299025"/>
                      <a:pt x="74961" y="299108"/>
                    </a:cubicBezTo>
                    <a:cubicBezTo>
                      <a:pt x="74961" y="299108"/>
                      <a:pt x="86822" y="177318"/>
                      <a:pt x="61846" y="27127"/>
                    </a:cubicBezTo>
                    <a:cubicBezTo>
                      <a:pt x="21333" y="15182"/>
                      <a:pt x="-7820" y="-22909"/>
                      <a:pt x="1870" y="1960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29"/>
              <p:cNvSpPr/>
              <p:nvPr/>
            </p:nvSpPr>
            <p:spPr>
              <a:xfrm>
                <a:off x="4671022" y="4966495"/>
                <a:ext cx="1256057" cy="1268521"/>
              </a:xfrm>
              <a:custGeom>
                <a:avLst/>
                <a:gdLst/>
                <a:ahLst/>
                <a:cxnLst/>
                <a:rect l="l" t="t" r="r" b="b"/>
                <a:pathLst>
                  <a:path w="1256057" h="1268521" extrusionOk="0">
                    <a:moveTo>
                      <a:pt x="951683" y="775179"/>
                    </a:moveTo>
                    <a:cubicBezTo>
                      <a:pt x="854702" y="724475"/>
                      <a:pt x="755215" y="671182"/>
                      <a:pt x="752292" y="648795"/>
                    </a:cubicBezTo>
                    <a:cubicBezTo>
                      <a:pt x="728067" y="629666"/>
                      <a:pt x="716122" y="618055"/>
                      <a:pt x="716122" y="618055"/>
                    </a:cubicBezTo>
                    <a:cubicBezTo>
                      <a:pt x="710860" y="594249"/>
                      <a:pt x="708437" y="533103"/>
                      <a:pt x="693318" y="456253"/>
                    </a:cubicBezTo>
                    <a:cubicBezTo>
                      <a:pt x="587566" y="236814"/>
                      <a:pt x="361277" y="47363"/>
                      <a:pt x="105418" y="0"/>
                    </a:cubicBezTo>
                    <a:cubicBezTo>
                      <a:pt x="61229" y="11110"/>
                      <a:pt x="26897" y="31909"/>
                      <a:pt x="0" y="57554"/>
                    </a:cubicBezTo>
                    <a:cubicBezTo>
                      <a:pt x="14618" y="50370"/>
                      <a:pt x="46026" y="31909"/>
                      <a:pt x="63484" y="27482"/>
                    </a:cubicBezTo>
                    <a:cubicBezTo>
                      <a:pt x="319427" y="74845"/>
                      <a:pt x="548389" y="255191"/>
                      <a:pt x="654141" y="474714"/>
                    </a:cubicBezTo>
                    <a:cubicBezTo>
                      <a:pt x="669261" y="551564"/>
                      <a:pt x="665585" y="603103"/>
                      <a:pt x="670931" y="626993"/>
                    </a:cubicBezTo>
                    <a:cubicBezTo>
                      <a:pt x="670931" y="626993"/>
                      <a:pt x="691898" y="664750"/>
                      <a:pt x="716122" y="683879"/>
                    </a:cubicBezTo>
                    <a:cubicBezTo>
                      <a:pt x="719046" y="706265"/>
                      <a:pt x="834738" y="757554"/>
                      <a:pt x="931803" y="808342"/>
                    </a:cubicBezTo>
                    <a:cubicBezTo>
                      <a:pt x="931803" y="808342"/>
                      <a:pt x="1167113" y="890872"/>
                      <a:pt x="1198605" y="915096"/>
                    </a:cubicBezTo>
                    <a:cubicBezTo>
                      <a:pt x="1201278" y="917184"/>
                      <a:pt x="1121003" y="1148820"/>
                      <a:pt x="1083831" y="1255657"/>
                    </a:cubicBezTo>
                    <a:cubicBezTo>
                      <a:pt x="1107638" y="1263509"/>
                      <a:pt x="1122757" y="1268521"/>
                      <a:pt x="1122757" y="1268521"/>
                    </a:cubicBezTo>
                    <a:cubicBezTo>
                      <a:pt x="1122757" y="1268521"/>
                      <a:pt x="1259500" y="877757"/>
                      <a:pt x="1255991" y="875084"/>
                    </a:cubicBezTo>
                    <a:cubicBezTo>
                      <a:pt x="1224500" y="850860"/>
                      <a:pt x="951683" y="775263"/>
                      <a:pt x="951683" y="77526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29"/>
              <p:cNvSpPr/>
              <p:nvPr/>
            </p:nvSpPr>
            <p:spPr>
              <a:xfrm>
                <a:off x="4318223" y="4956074"/>
                <a:ext cx="1615730" cy="1470146"/>
              </a:xfrm>
              <a:custGeom>
                <a:avLst/>
                <a:gdLst/>
                <a:ahLst/>
                <a:cxnLst/>
                <a:rect l="l" t="t" r="r" b="b"/>
                <a:pathLst>
                  <a:path w="1615730" h="1470146" extrusionOk="0">
                    <a:moveTo>
                      <a:pt x="959077" y="1470147"/>
                    </a:moveTo>
                    <a:cubicBezTo>
                      <a:pt x="145055" y="1470147"/>
                      <a:pt x="130520" y="1407999"/>
                      <a:pt x="125508" y="1386782"/>
                    </a:cubicBezTo>
                    <a:cubicBezTo>
                      <a:pt x="125091" y="1385195"/>
                      <a:pt x="125174" y="1383440"/>
                      <a:pt x="125508" y="1381853"/>
                    </a:cubicBezTo>
                    <a:cubicBezTo>
                      <a:pt x="126176" y="1379264"/>
                      <a:pt x="187489" y="1135349"/>
                      <a:pt x="203527" y="1075290"/>
                    </a:cubicBezTo>
                    <a:cubicBezTo>
                      <a:pt x="-28525" y="948237"/>
                      <a:pt x="-458" y="775576"/>
                      <a:pt x="2632" y="760290"/>
                    </a:cubicBezTo>
                    <a:cubicBezTo>
                      <a:pt x="11069" y="626053"/>
                      <a:pt x="138205" y="453392"/>
                      <a:pt x="206535" y="360587"/>
                    </a:cubicBezTo>
                    <a:cubicBezTo>
                      <a:pt x="224995" y="335528"/>
                      <a:pt x="244124" y="309549"/>
                      <a:pt x="245878" y="303618"/>
                    </a:cubicBezTo>
                    <a:cubicBezTo>
                      <a:pt x="260580" y="138726"/>
                      <a:pt x="335091" y="30718"/>
                      <a:pt x="455544" y="313"/>
                    </a:cubicBezTo>
                    <a:cubicBezTo>
                      <a:pt x="456964" y="-21"/>
                      <a:pt x="458552" y="-105"/>
                      <a:pt x="459972" y="146"/>
                    </a:cubicBezTo>
                    <a:cubicBezTo>
                      <a:pt x="708564" y="46172"/>
                      <a:pt x="942287" y="227521"/>
                      <a:pt x="1055390" y="462163"/>
                    </a:cubicBezTo>
                    <a:cubicBezTo>
                      <a:pt x="1055807" y="462998"/>
                      <a:pt x="1056058" y="463834"/>
                      <a:pt x="1056225" y="464669"/>
                    </a:cubicBezTo>
                    <a:cubicBezTo>
                      <a:pt x="1065581" y="512115"/>
                      <a:pt x="1070091" y="553631"/>
                      <a:pt x="1073349" y="583953"/>
                    </a:cubicBezTo>
                    <a:cubicBezTo>
                      <a:pt x="1075187" y="600659"/>
                      <a:pt x="1076690" y="614192"/>
                      <a:pt x="1078277" y="623046"/>
                    </a:cubicBezTo>
                    <a:cubicBezTo>
                      <a:pt x="1082788" y="627223"/>
                      <a:pt x="1093814" y="637080"/>
                      <a:pt x="1111356" y="650862"/>
                    </a:cubicBezTo>
                    <a:cubicBezTo>
                      <a:pt x="1113528" y="652533"/>
                      <a:pt x="1114865" y="655039"/>
                      <a:pt x="1115199" y="657712"/>
                    </a:cubicBezTo>
                    <a:cubicBezTo>
                      <a:pt x="1120378" y="677425"/>
                      <a:pt x="1251106" y="745922"/>
                      <a:pt x="1308075" y="775659"/>
                    </a:cubicBezTo>
                    <a:cubicBezTo>
                      <a:pt x="1340819" y="784765"/>
                      <a:pt x="1583063" y="852509"/>
                      <a:pt x="1614889" y="876984"/>
                    </a:cubicBezTo>
                    <a:cubicBezTo>
                      <a:pt x="1620293" y="881161"/>
                      <a:pt x="1599686" y="950968"/>
                      <a:pt x="1553075" y="1086400"/>
                    </a:cubicBezTo>
                    <a:cubicBezTo>
                      <a:pt x="1519328" y="1184466"/>
                      <a:pt x="1485163" y="1282116"/>
                      <a:pt x="1485163" y="1282116"/>
                    </a:cubicBezTo>
                    <a:cubicBezTo>
                      <a:pt x="1483325" y="1287462"/>
                      <a:pt x="1477395" y="1290385"/>
                      <a:pt x="1472049" y="1288548"/>
                    </a:cubicBezTo>
                    <a:cubicBezTo>
                      <a:pt x="1364125" y="1252713"/>
                      <a:pt x="1194053" y="1197999"/>
                      <a:pt x="1146607" y="1186972"/>
                    </a:cubicBezTo>
                    <a:cubicBezTo>
                      <a:pt x="1183445" y="1365481"/>
                      <a:pt x="1160056" y="1457367"/>
                      <a:pt x="1159053" y="1461292"/>
                    </a:cubicBezTo>
                    <a:cubicBezTo>
                      <a:pt x="1157800" y="1465887"/>
                      <a:pt x="1153707" y="1469061"/>
                      <a:pt x="1148946" y="1469061"/>
                    </a:cubicBezTo>
                    <a:lnTo>
                      <a:pt x="1148695" y="1469061"/>
                    </a:lnTo>
                    <a:cubicBezTo>
                      <a:pt x="1145187" y="1468977"/>
                      <a:pt x="1131655" y="1469061"/>
                      <a:pt x="1111106" y="1469228"/>
                    </a:cubicBezTo>
                    <a:cubicBezTo>
                      <a:pt x="1057561" y="1469646"/>
                      <a:pt x="1006774" y="1469896"/>
                      <a:pt x="958910" y="1469896"/>
                    </a:cubicBezTo>
                    <a:close/>
                    <a:moveTo>
                      <a:pt x="146558" y="1383941"/>
                    </a:moveTo>
                    <a:cubicBezTo>
                      <a:pt x="156499" y="1403321"/>
                      <a:pt x="261916" y="1455863"/>
                      <a:pt x="1111022" y="1448595"/>
                    </a:cubicBezTo>
                    <a:cubicBezTo>
                      <a:pt x="1124053" y="1448512"/>
                      <a:pt x="1133910" y="1448429"/>
                      <a:pt x="1140593" y="1448345"/>
                    </a:cubicBezTo>
                    <a:cubicBezTo>
                      <a:pt x="1145270" y="1422199"/>
                      <a:pt x="1156714" y="1330397"/>
                      <a:pt x="1123385" y="1177784"/>
                    </a:cubicBezTo>
                    <a:cubicBezTo>
                      <a:pt x="1122550" y="1174108"/>
                      <a:pt x="1123970" y="1169848"/>
                      <a:pt x="1126726" y="1167342"/>
                    </a:cubicBezTo>
                    <a:cubicBezTo>
                      <a:pt x="1132824" y="1161829"/>
                      <a:pt x="1136082" y="1158822"/>
                      <a:pt x="1310748" y="1214287"/>
                    </a:cubicBezTo>
                    <a:cubicBezTo>
                      <a:pt x="1377574" y="1235504"/>
                      <a:pt x="1444483" y="1257557"/>
                      <a:pt x="1468958" y="1265660"/>
                    </a:cubicBezTo>
                    <a:cubicBezTo>
                      <a:pt x="1517490" y="1126996"/>
                      <a:pt x="1585987" y="928357"/>
                      <a:pt x="1596929" y="890349"/>
                    </a:cubicBezTo>
                    <a:cubicBezTo>
                      <a:pt x="1560593" y="870886"/>
                      <a:pt x="1404053" y="824025"/>
                      <a:pt x="1301559" y="795624"/>
                    </a:cubicBezTo>
                    <a:cubicBezTo>
                      <a:pt x="1300891" y="795456"/>
                      <a:pt x="1300139" y="795122"/>
                      <a:pt x="1299471" y="794789"/>
                    </a:cubicBezTo>
                    <a:cubicBezTo>
                      <a:pt x="1171750" y="728046"/>
                      <a:pt x="1106344" y="690206"/>
                      <a:pt x="1095903" y="665313"/>
                    </a:cubicBezTo>
                    <a:cubicBezTo>
                      <a:pt x="1073266" y="647270"/>
                      <a:pt x="1061905" y="636411"/>
                      <a:pt x="1061487" y="635910"/>
                    </a:cubicBezTo>
                    <a:cubicBezTo>
                      <a:pt x="1059984" y="634490"/>
                      <a:pt x="1058981" y="632652"/>
                      <a:pt x="1058564" y="630647"/>
                    </a:cubicBezTo>
                    <a:cubicBezTo>
                      <a:pt x="1056392" y="620874"/>
                      <a:pt x="1054721" y="605504"/>
                      <a:pt x="1052633" y="586208"/>
                    </a:cubicBezTo>
                    <a:cubicBezTo>
                      <a:pt x="1049375" y="556554"/>
                      <a:pt x="1044948" y="516041"/>
                      <a:pt x="1036010" y="469931"/>
                    </a:cubicBezTo>
                    <a:cubicBezTo>
                      <a:pt x="925831" y="242389"/>
                      <a:pt x="699459" y="66471"/>
                      <a:pt x="458468" y="21029"/>
                    </a:cubicBezTo>
                    <a:cubicBezTo>
                      <a:pt x="317716" y="57866"/>
                      <a:pt x="276368" y="196196"/>
                      <a:pt x="266511" y="306125"/>
                    </a:cubicBezTo>
                    <a:cubicBezTo>
                      <a:pt x="265759" y="314979"/>
                      <a:pt x="255484" y="329179"/>
                      <a:pt x="223325" y="372867"/>
                    </a:cubicBezTo>
                    <a:cubicBezTo>
                      <a:pt x="156165" y="464084"/>
                      <a:pt x="31117" y="633989"/>
                      <a:pt x="23432" y="762127"/>
                    </a:cubicBezTo>
                    <a:cubicBezTo>
                      <a:pt x="23432" y="762712"/>
                      <a:pt x="23265" y="763380"/>
                      <a:pt x="23181" y="763965"/>
                    </a:cubicBezTo>
                    <a:cubicBezTo>
                      <a:pt x="21511" y="770898"/>
                      <a:pt x="-14241" y="935958"/>
                      <a:pt x="220735" y="1060671"/>
                    </a:cubicBezTo>
                    <a:cubicBezTo>
                      <a:pt x="225079" y="1063011"/>
                      <a:pt x="227251" y="1067939"/>
                      <a:pt x="225914" y="1072700"/>
                    </a:cubicBezTo>
                    <a:cubicBezTo>
                      <a:pt x="215222" y="1111292"/>
                      <a:pt x="154076" y="1353870"/>
                      <a:pt x="146558" y="13838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29"/>
              <p:cNvSpPr/>
              <p:nvPr/>
            </p:nvSpPr>
            <p:spPr>
              <a:xfrm>
                <a:off x="4845705" y="4608784"/>
                <a:ext cx="345493" cy="362396"/>
              </a:xfrm>
              <a:custGeom>
                <a:avLst/>
                <a:gdLst/>
                <a:ahLst/>
                <a:cxnLst/>
                <a:rect l="l" t="t" r="r" b="b"/>
                <a:pathLst>
                  <a:path w="345493" h="362396" extrusionOk="0">
                    <a:moveTo>
                      <a:pt x="294685" y="325717"/>
                    </a:moveTo>
                    <a:cubicBezTo>
                      <a:pt x="236380" y="377842"/>
                      <a:pt x="146917" y="373164"/>
                      <a:pt x="80174" y="319620"/>
                    </a:cubicBezTo>
                    <a:cubicBezTo>
                      <a:pt x="72155" y="313104"/>
                      <a:pt x="64470" y="305837"/>
                      <a:pt x="57036" y="297902"/>
                    </a:cubicBezTo>
                    <a:cubicBezTo>
                      <a:pt x="54864" y="295479"/>
                      <a:pt x="52609" y="293057"/>
                      <a:pt x="50437" y="290467"/>
                    </a:cubicBezTo>
                    <a:cubicBezTo>
                      <a:pt x="45592" y="284620"/>
                      <a:pt x="40831" y="278438"/>
                      <a:pt x="36654" y="272341"/>
                    </a:cubicBezTo>
                    <a:cubicBezTo>
                      <a:pt x="-16556" y="194405"/>
                      <a:pt x="-11795" y="92663"/>
                      <a:pt x="50688" y="36863"/>
                    </a:cubicBezTo>
                    <a:cubicBezTo>
                      <a:pt x="87943" y="3533"/>
                      <a:pt x="137979" y="-6741"/>
                      <a:pt x="186427" y="4202"/>
                    </a:cubicBezTo>
                    <a:cubicBezTo>
                      <a:pt x="188766" y="4703"/>
                      <a:pt x="191105" y="5371"/>
                      <a:pt x="193528" y="6123"/>
                    </a:cubicBezTo>
                    <a:cubicBezTo>
                      <a:pt x="196869" y="6958"/>
                      <a:pt x="200210" y="8044"/>
                      <a:pt x="203552" y="9130"/>
                    </a:cubicBezTo>
                    <a:cubicBezTo>
                      <a:pt x="237132" y="19990"/>
                      <a:pt x="269124" y="41207"/>
                      <a:pt x="295103" y="71946"/>
                    </a:cubicBezTo>
                    <a:cubicBezTo>
                      <a:pt x="362346" y="151803"/>
                      <a:pt x="362346" y="265407"/>
                      <a:pt x="294769" y="32571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29"/>
              <p:cNvSpPr/>
              <p:nvPr/>
            </p:nvSpPr>
            <p:spPr>
              <a:xfrm>
                <a:off x="4894471" y="4608701"/>
                <a:ext cx="296644" cy="348772"/>
              </a:xfrm>
              <a:custGeom>
                <a:avLst/>
                <a:gdLst/>
                <a:ahLst/>
                <a:cxnLst/>
                <a:rect l="l" t="t" r="r" b="b"/>
                <a:pathLst>
                  <a:path w="296644" h="348772" extrusionOk="0">
                    <a:moveTo>
                      <a:pt x="246253" y="71947"/>
                    </a:moveTo>
                    <a:cubicBezTo>
                      <a:pt x="220275" y="41290"/>
                      <a:pt x="188282" y="20073"/>
                      <a:pt x="154702" y="9130"/>
                    </a:cubicBezTo>
                    <a:cubicBezTo>
                      <a:pt x="151360" y="8044"/>
                      <a:pt x="147936" y="6958"/>
                      <a:pt x="144678" y="6123"/>
                    </a:cubicBezTo>
                    <a:cubicBezTo>
                      <a:pt x="142255" y="5371"/>
                      <a:pt x="139917" y="4703"/>
                      <a:pt x="137578" y="4202"/>
                    </a:cubicBezTo>
                    <a:cubicBezTo>
                      <a:pt x="89129" y="-6741"/>
                      <a:pt x="39093" y="3534"/>
                      <a:pt x="1838" y="36863"/>
                    </a:cubicBezTo>
                    <a:cubicBezTo>
                      <a:pt x="1169" y="37448"/>
                      <a:pt x="668" y="38116"/>
                      <a:pt x="0" y="38701"/>
                    </a:cubicBezTo>
                    <a:cubicBezTo>
                      <a:pt x="30990" y="24082"/>
                      <a:pt x="66408" y="20825"/>
                      <a:pt x="101074" y="28677"/>
                    </a:cubicBezTo>
                    <a:cubicBezTo>
                      <a:pt x="103413" y="29178"/>
                      <a:pt x="105752" y="29846"/>
                      <a:pt x="108174" y="30598"/>
                    </a:cubicBezTo>
                    <a:cubicBezTo>
                      <a:pt x="111516" y="31433"/>
                      <a:pt x="114857" y="32519"/>
                      <a:pt x="118198" y="33605"/>
                    </a:cubicBezTo>
                    <a:cubicBezTo>
                      <a:pt x="151778" y="44548"/>
                      <a:pt x="183771" y="65682"/>
                      <a:pt x="209750" y="96422"/>
                    </a:cubicBezTo>
                    <a:cubicBezTo>
                      <a:pt x="276492" y="175610"/>
                      <a:pt x="276909" y="288045"/>
                      <a:pt x="210919" y="348772"/>
                    </a:cubicBezTo>
                    <a:cubicBezTo>
                      <a:pt x="223365" y="343009"/>
                      <a:pt x="235143" y="335324"/>
                      <a:pt x="245919" y="325801"/>
                    </a:cubicBezTo>
                    <a:cubicBezTo>
                      <a:pt x="313497" y="265407"/>
                      <a:pt x="313497" y="151804"/>
                      <a:pt x="246253" y="720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29"/>
              <p:cNvSpPr/>
              <p:nvPr/>
            </p:nvSpPr>
            <p:spPr>
              <a:xfrm>
                <a:off x="4835282" y="4598303"/>
                <a:ext cx="366131" cy="383060"/>
              </a:xfrm>
              <a:custGeom>
                <a:avLst/>
                <a:gdLst/>
                <a:ahLst/>
                <a:cxnLst/>
                <a:rect l="l" t="t" r="r" b="b"/>
                <a:pathLst>
                  <a:path w="366131" h="383060" extrusionOk="0">
                    <a:moveTo>
                      <a:pt x="206707" y="382977"/>
                    </a:moveTo>
                    <a:cubicBezTo>
                      <a:pt x="164858" y="382977"/>
                      <a:pt x="121170" y="368025"/>
                      <a:pt x="84082" y="338204"/>
                    </a:cubicBezTo>
                    <a:cubicBezTo>
                      <a:pt x="75812" y="331521"/>
                      <a:pt x="67710" y="323920"/>
                      <a:pt x="59858" y="315483"/>
                    </a:cubicBezTo>
                    <a:cubicBezTo>
                      <a:pt x="57853" y="313395"/>
                      <a:pt x="55848" y="311223"/>
                      <a:pt x="53927" y="308967"/>
                    </a:cubicBezTo>
                    <a:cubicBezTo>
                      <a:pt x="53676" y="308717"/>
                      <a:pt x="53426" y="308466"/>
                      <a:pt x="53259" y="308216"/>
                    </a:cubicBezTo>
                    <a:cubicBezTo>
                      <a:pt x="48497" y="302619"/>
                      <a:pt x="43569" y="296103"/>
                      <a:pt x="38557" y="288836"/>
                    </a:cubicBezTo>
                    <a:cubicBezTo>
                      <a:pt x="-18329" y="205388"/>
                      <a:pt x="-11562" y="98215"/>
                      <a:pt x="54177" y="39576"/>
                    </a:cubicBezTo>
                    <a:cubicBezTo>
                      <a:pt x="54512" y="39325"/>
                      <a:pt x="54846" y="39074"/>
                      <a:pt x="55180" y="38741"/>
                    </a:cubicBezTo>
                    <a:cubicBezTo>
                      <a:pt x="93855" y="4826"/>
                      <a:pt x="146147" y="-7536"/>
                      <a:pt x="199189" y="4493"/>
                    </a:cubicBezTo>
                    <a:cubicBezTo>
                      <a:pt x="201779" y="5077"/>
                      <a:pt x="204285" y="5829"/>
                      <a:pt x="206791" y="6581"/>
                    </a:cubicBezTo>
                    <a:cubicBezTo>
                      <a:pt x="210132" y="7500"/>
                      <a:pt x="213724" y="8502"/>
                      <a:pt x="217233" y="9755"/>
                    </a:cubicBezTo>
                    <a:cubicBezTo>
                      <a:pt x="225168" y="12345"/>
                      <a:pt x="232185" y="15101"/>
                      <a:pt x="238700" y="18108"/>
                    </a:cubicBezTo>
                    <a:cubicBezTo>
                      <a:pt x="266851" y="31056"/>
                      <a:pt x="291994" y="50435"/>
                      <a:pt x="313378" y="75745"/>
                    </a:cubicBezTo>
                    <a:cubicBezTo>
                      <a:pt x="384214" y="159779"/>
                      <a:pt x="383629" y="280149"/>
                      <a:pt x="312125" y="344051"/>
                    </a:cubicBezTo>
                    <a:cubicBezTo>
                      <a:pt x="312125" y="344051"/>
                      <a:pt x="312125" y="344051"/>
                      <a:pt x="312125" y="344051"/>
                    </a:cubicBezTo>
                    <a:cubicBezTo>
                      <a:pt x="282972" y="370113"/>
                      <a:pt x="245633" y="383061"/>
                      <a:pt x="206707" y="383061"/>
                    </a:cubicBezTo>
                    <a:close/>
                    <a:moveTo>
                      <a:pt x="68378" y="293765"/>
                    </a:moveTo>
                    <a:cubicBezTo>
                      <a:pt x="68796" y="294182"/>
                      <a:pt x="69213" y="294600"/>
                      <a:pt x="69547" y="295018"/>
                    </a:cubicBezTo>
                    <a:cubicBezTo>
                      <a:pt x="71218" y="297189"/>
                      <a:pt x="73139" y="299194"/>
                      <a:pt x="74977" y="301116"/>
                    </a:cubicBezTo>
                    <a:cubicBezTo>
                      <a:pt x="82244" y="308884"/>
                      <a:pt x="89679" y="315901"/>
                      <a:pt x="97113" y="321915"/>
                    </a:cubicBezTo>
                    <a:cubicBezTo>
                      <a:pt x="161683" y="373705"/>
                      <a:pt x="244380" y="376461"/>
                      <a:pt x="298175" y="328430"/>
                    </a:cubicBezTo>
                    <a:cubicBezTo>
                      <a:pt x="361326" y="271963"/>
                      <a:pt x="360991" y="164624"/>
                      <a:pt x="297340" y="89194"/>
                    </a:cubicBezTo>
                    <a:cubicBezTo>
                      <a:pt x="277961" y="66306"/>
                      <a:pt x="255240" y="48765"/>
                      <a:pt x="229846" y="37070"/>
                    </a:cubicBezTo>
                    <a:cubicBezTo>
                      <a:pt x="223999" y="34397"/>
                      <a:pt x="217734" y="31891"/>
                      <a:pt x="210633" y="29552"/>
                    </a:cubicBezTo>
                    <a:cubicBezTo>
                      <a:pt x="207459" y="28466"/>
                      <a:pt x="204285" y="27548"/>
                      <a:pt x="201111" y="26712"/>
                    </a:cubicBezTo>
                    <a:cubicBezTo>
                      <a:pt x="198688" y="26043"/>
                      <a:pt x="196517" y="25376"/>
                      <a:pt x="194345" y="24874"/>
                    </a:cubicBezTo>
                    <a:cubicBezTo>
                      <a:pt x="147567" y="14266"/>
                      <a:pt x="101624" y="25208"/>
                      <a:pt x="68294" y="54946"/>
                    </a:cubicBezTo>
                    <a:cubicBezTo>
                      <a:pt x="68044" y="55197"/>
                      <a:pt x="67710" y="55447"/>
                      <a:pt x="67376" y="55698"/>
                    </a:cubicBezTo>
                    <a:cubicBezTo>
                      <a:pt x="9905" y="108072"/>
                      <a:pt x="4977" y="202798"/>
                      <a:pt x="55681" y="277058"/>
                    </a:cubicBezTo>
                    <a:cubicBezTo>
                      <a:pt x="59941" y="283323"/>
                      <a:pt x="64285" y="288920"/>
                      <a:pt x="68378" y="293848"/>
                    </a:cubicBezTo>
                    <a:close/>
                    <a:moveTo>
                      <a:pt x="305109" y="336199"/>
                    </a:moveTo>
                    <a:lnTo>
                      <a:pt x="305109" y="336199"/>
                    </a:lnTo>
                    <a:lnTo>
                      <a:pt x="305109" y="33619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29"/>
              <p:cNvSpPr/>
              <p:nvPr/>
            </p:nvSpPr>
            <p:spPr>
              <a:xfrm>
                <a:off x="4678625" y="5330774"/>
                <a:ext cx="783641" cy="811353"/>
              </a:xfrm>
              <a:custGeom>
                <a:avLst/>
                <a:gdLst/>
                <a:ahLst/>
                <a:cxnLst/>
                <a:rect l="l" t="t" r="r" b="b"/>
                <a:pathLst>
                  <a:path w="783641" h="811353" extrusionOk="0">
                    <a:moveTo>
                      <a:pt x="773174" y="811270"/>
                    </a:moveTo>
                    <a:cubicBezTo>
                      <a:pt x="772255" y="811270"/>
                      <a:pt x="771420" y="811187"/>
                      <a:pt x="770501" y="810936"/>
                    </a:cubicBezTo>
                    <a:cubicBezTo>
                      <a:pt x="768997" y="810519"/>
                      <a:pt x="620477" y="770924"/>
                      <a:pt x="516479" y="713287"/>
                    </a:cubicBezTo>
                    <a:cubicBezTo>
                      <a:pt x="489999" y="698585"/>
                      <a:pt x="468198" y="683717"/>
                      <a:pt x="451658" y="669182"/>
                    </a:cubicBezTo>
                    <a:cubicBezTo>
                      <a:pt x="438209" y="657237"/>
                      <a:pt x="423090" y="642702"/>
                      <a:pt x="406801" y="625745"/>
                    </a:cubicBezTo>
                    <a:cubicBezTo>
                      <a:pt x="249928" y="463609"/>
                      <a:pt x="-5263" y="105172"/>
                      <a:pt x="83" y="9861"/>
                    </a:cubicBezTo>
                    <a:cubicBezTo>
                      <a:pt x="417" y="4098"/>
                      <a:pt x="5512" y="-162"/>
                      <a:pt x="11109" y="5"/>
                    </a:cubicBezTo>
                    <a:cubicBezTo>
                      <a:pt x="16873" y="339"/>
                      <a:pt x="21300" y="5267"/>
                      <a:pt x="20966" y="11031"/>
                    </a:cubicBezTo>
                    <a:cubicBezTo>
                      <a:pt x="16371" y="94229"/>
                      <a:pt x="255942" y="439802"/>
                      <a:pt x="421837" y="611294"/>
                    </a:cubicBezTo>
                    <a:cubicBezTo>
                      <a:pt x="437792" y="627750"/>
                      <a:pt x="452494" y="642034"/>
                      <a:pt x="465525" y="653561"/>
                    </a:cubicBezTo>
                    <a:cubicBezTo>
                      <a:pt x="480894" y="667094"/>
                      <a:pt x="501443" y="681044"/>
                      <a:pt x="526587" y="695077"/>
                    </a:cubicBezTo>
                    <a:cubicBezTo>
                      <a:pt x="628329" y="751461"/>
                      <a:pt x="774427" y="790471"/>
                      <a:pt x="775847" y="790805"/>
                    </a:cubicBezTo>
                    <a:cubicBezTo>
                      <a:pt x="781444" y="792309"/>
                      <a:pt x="784785" y="797989"/>
                      <a:pt x="783281" y="803585"/>
                    </a:cubicBezTo>
                    <a:cubicBezTo>
                      <a:pt x="782028" y="808263"/>
                      <a:pt x="777852" y="811354"/>
                      <a:pt x="773174" y="8113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29"/>
              <p:cNvSpPr/>
              <p:nvPr/>
            </p:nvSpPr>
            <p:spPr>
              <a:xfrm>
                <a:off x="4988772" y="5108158"/>
                <a:ext cx="408771" cy="486832"/>
              </a:xfrm>
              <a:custGeom>
                <a:avLst/>
                <a:gdLst/>
                <a:ahLst/>
                <a:cxnLst/>
                <a:rect l="l" t="t" r="r" b="b"/>
                <a:pathLst>
                  <a:path w="408771" h="486832" extrusionOk="0">
                    <a:moveTo>
                      <a:pt x="398372" y="486833"/>
                    </a:moveTo>
                    <a:cubicBezTo>
                      <a:pt x="398372" y="486833"/>
                      <a:pt x="397704" y="486833"/>
                      <a:pt x="397370" y="486833"/>
                    </a:cubicBezTo>
                    <a:cubicBezTo>
                      <a:pt x="360115" y="483325"/>
                      <a:pt x="318181" y="415497"/>
                      <a:pt x="252943" y="305067"/>
                    </a:cubicBezTo>
                    <a:cubicBezTo>
                      <a:pt x="181105" y="183527"/>
                      <a:pt x="91725" y="32250"/>
                      <a:pt x="9029" y="20807"/>
                    </a:cubicBezTo>
                    <a:cubicBezTo>
                      <a:pt x="3348" y="20054"/>
                      <a:pt x="-661" y="14709"/>
                      <a:pt x="91" y="9028"/>
                    </a:cubicBezTo>
                    <a:cubicBezTo>
                      <a:pt x="842" y="3348"/>
                      <a:pt x="6272" y="-661"/>
                      <a:pt x="11869" y="91"/>
                    </a:cubicBezTo>
                    <a:cubicBezTo>
                      <a:pt x="104506" y="12871"/>
                      <a:pt x="192883" y="162477"/>
                      <a:pt x="270902" y="294375"/>
                    </a:cubicBezTo>
                    <a:cubicBezTo>
                      <a:pt x="320019" y="377406"/>
                      <a:pt x="370723" y="463277"/>
                      <a:pt x="399291" y="465950"/>
                    </a:cubicBezTo>
                    <a:cubicBezTo>
                      <a:pt x="405055" y="466451"/>
                      <a:pt x="409232" y="471546"/>
                      <a:pt x="408731" y="477310"/>
                    </a:cubicBezTo>
                    <a:cubicBezTo>
                      <a:pt x="408229" y="482740"/>
                      <a:pt x="403635" y="486749"/>
                      <a:pt x="398372" y="4867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29"/>
              <p:cNvSpPr/>
              <p:nvPr/>
            </p:nvSpPr>
            <p:spPr>
              <a:xfrm>
                <a:off x="4484361" y="5250988"/>
                <a:ext cx="106104" cy="938418"/>
              </a:xfrm>
              <a:custGeom>
                <a:avLst/>
                <a:gdLst/>
                <a:ahLst/>
                <a:cxnLst/>
                <a:rect l="l" t="t" r="r" b="b"/>
                <a:pathLst>
                  <a:path w="106104" h="938418" extrusionOk="0">
                    <a:moveTo>
                      <a:pt x="10408" y="938335"/>
                    </a:moveTo>
                    <a:cubicBezTo>
                      <a:pt x="9740" y="938335"/>
                      <a:pt x="9071" y="938335"/>
                      <a:pt x="8403" y="938168"/>
                    </a:cubicBezTo>
                    <a:cubicBezTo>
                      <a:pt x="2723" y="937082"/>
                      <a:pt x="-952" y="931569"/>
                      <a:pt x="217" y="925889"/>
                    </a:cubicBezTo>
                    <a:cubicBezTo>
                      <a:pt x="10492" y="874015"/>
                      <a:pt x="22854" y="823645"/>
                      <a:pt x="34883" y="774946"/>
                    </a:cubicBezTo>
                    <a:cubicBezTo>
                      <a:pt x="56518" y="687154"/>
                      <a:pt x="76900" y="604206"/>
                      <a:pt x="81410" y="526438"/>
                    </a:cubicBezTo>
                    <a:cubicBezTo>
                      <a:pt x="88093" y="409659"/>
                      <a:pt x="84919" y="317106"/>
                      <a:pt x="81745" y="227559"/>
                    </a:cubicBezTo>
                    <a:cubicBezTo>
                      <a:pt x="79239" y="155387"/>
                      <a:pt x="76900" y="87225"/>
                      <a:pt x="79656" y="10041"/>
                    </a:cubicBezTo>
                    <a:cubicBezTo>
                      <a:pt x="79907" y="4277"/>
                      <a:pt x="84668" y="-317"/>
                      <a:pt x="90432" y="17"/>
                    </a:cubicBezTo>
                    <a:cubicBezTo>
                      <a:pt x="96196" y="184"/>
                      <a:pt x="100706" y="5029"/>
                      <a:pt x="100456" y="10793"/>
                    </a:cubicBezTo>
                    <a:cubicBezTo>
                      <a:pt x="97699" y="87308"/>
                      <a:pt x="100038" y="155053"/>
                      <a:pt x="102544" y="226891"/>
                    </a:cubicBezTo>
                    <a:cubicBezTo>
                      <a:pt x="105635" y="316855"/>
                      <a:pt x="108893" y="409994"/>
                      <a:pt x="102126" y="527690"/>
                    </a:cubicBezTo>
                    <a:cubicBezTo>
                      <a:pt x="97532" y="607381"/>
                      <a:pt x="76900" y="691247"/>
                      <a:pt x="55014" y="779958"/>
                    </a:cubicBezTo>
                    <a:cubicBezTo>
                      <a:pt x="43069" y="828407"/>
                      <a:pt x="30706" y="878526"/>
                      <a:pt x="20599" y="929982"/>
                    </a:cubicBezTo>
                    <a:cubicBezTo>
                      <a:pt x="19597" y="934910"/>
                      <a:pt x="15253" y="938419"/>
                      <a:pt x="10324" y="9384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29"/>
              <p:cNvSpPr/>
              <p:nvPr/>
            </p:nvSpPr>
            <p:spPr>
              <a:xfrm>
                <a:off x="4644425" y="6474568"/>
                <a:ext cx="147936" cy="384434"/>
              </a:xfrm>
              <a:custGeom>
                <a:avLst/>
                <a:gdLst/>
                <a:ahLst/>
                <a:cxnLst/>
                <a:rect l="l" t="t" r="r" b="b"/>
                <a:pathLst>
                  <a:path w="147936" h="384434" extrusionOk="0">
                    <a:moveTo>
                      <a:pt x="137445" y="384350"/>
                    </a:moveTo>
                    <a:cubicBezTo>
                      <a:pt x="132600" y="384350"/>
                      <a:pt x="128256" y="380926"/>
                      <a:pt x="127254" y="375997"/>
                    </a:cubicBezTo>
                    <a:lnTo>
                      <a:pt x="126335" y="371487"/>
                    </a:lnTo>
                    <a:cubicBezTo>
                      <a:pt x="124748" y="363551"/>
                      <a:pt x="123077" y="355532"/>
                      <a:pt x="121490" y="347513"/>
                    </a:cubicBezTo>
                    <a:cubicBezTo>
                      <a:pt x="113220" y="307083"/>
                      <a:pt x="91001" y="265484"/>
                      <a:pt x="67528" y="221463"/>
                    </a:cubicBezTo>
                    <a:cubicBezTo>
                      <a:pt x="31943" y="154720"/>
                      <a:pt x="-4894" y="85723"/>
                      <a:pt x="535" y="9708"/>
                    </a:cubicBezTo>
                    <a:cubicBezTo>
                      <a:pt x="953" y="3945"/>
                      <a:pt x="5798" y="-316"/>
                      <a:pt x="11729" y="18"/>
                    </a:cubicBezTo>
                    <a:cubicBezTo>
                      <a:pt x="17492" y="436"/>
                      <a:pt x="21836" y="5448"/>
                      <a:pt x="21418" y="11212"/>
                    </a:cubicBezTo>
                    <a:cubicBezTo>
                      <a:pt x="16406" y="81212"/>
                      <a:pt x="51824" y="147537"/>
                      <a:pt x="85989" y="211689"/>
                    </a:cubicBezTo>
                    <a:cubicBezTo>
                      <a:pt x="110213" y="257047"/>
                      <a:pt x="133101" y="299983"/>
                      <a:pt x="141955" y="343420"/>
                    </a:cubicBezTo>
                    <a:cubicBezTo>
                      <a:pt x="143543" y="351522"/>
                      <a:pt x="145213" y="359458"/>
                      <a:pt x="146800" y="367394"/>
                    </a:cubicBezTo>
                    <a:lnTo>
                      <a:pt x="147719" y="371904"/>
                    </a:lnTo>
                    <a:cubicBezTo>
                      <a:pt x="148889" y="377584"/>
                      <a:pt x="145213" y="383098"/>
                      <a:pt x="139533" y="384184"/>
                    </a:cubicBezTo>
                    <a:cubicBezTo>
                      <a:pt x="138865" y="384350"/>
                      <a:pt x="138113" y="384434"/>
                      <a:pt x="137445" y="38443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29"/>
              <p:cNvSpPr/>
              <p:nvPr/>
            </p:nvSpPr>
            <p:spPr>
              <a:xfrm>
                <a:off x="5092444" y="5560235"/>
                <a:ext cx="310316" cy="66749"/>
              </a:xfrm>
              <a:custGeom>
                <a:avLst/>
                <a:gdLst/>
                <a:ahLst/>
                <a:cxnLst/>
                <a:rect l="l" t="t" r="r" b="b"/>
                <a:pathLst>
                  <a:path w="310316" h="66749" extrusionOk="0">
                    <a:moveTo>
                      <a:pt x="10440" y="66666"/>
                    </a:moveTo>
                    <a:cubicBezTo>
                      <a:pt x="6681" y="66666"/>
                      <a:pt x="3005" y="64577"/>
                      <a:pt x="1168" y="60986"/>
                    </a:cubicBezTo>
                    <a:cubicBezTo>
                      <a:pt x="-1505" y="55890"/>
                      <a:pt x="583" y="49542"/>
                      <a:pt x="5678" y="46952"/>
                    </a:cubicBezTo>
                    <a:cubicBezTo>
                      <a:pt x="115356" y="-9182"/>
                      <a:pt x="215929" y="-15029"/>
                      <a:pt x="304557" y="29661"/>
                    </a:cubicBezTo>
                    <a:cubicBezTo>
                      <a:pt x="309736" y="32250"/>
                      <a:pt x="311824" y="38515"/>
                      <a:pt x="309151" y="43694"/>
                    </a:cubicBezTo>
                    <a:cubicBezTo>
                      <a:pt x="306562" y="48873"/>
                      <a:pt x="300297" y="50962"/>
                      <a:pt x="295118" y="48288"/>
                    </a:cubicBezTo>
                    <a:cubicBezTo>
                      <a:pt x="211586" y="6272"/>
                      <a:pt x="119951" y="11869"/>
                      <a:pt x="15118" y="65580"/>
                    </a:cubicBezTo>
                    <a:cubicBezTo>
                      <a:pt x="13614" y="66332"/>
                      <a:pt x="11943" y="66749"/>
                      <a:pt x="10356" y="667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29"/>
              <p:cNvSpPr/>
              <p:nvPr/>
            </p:nvSpPr>
            <p:spPr>
              <a:xfrm>
                <a:off x="5076184" y="5522519"/>
                <a:ext cx="118635" cy="52758"/>
              </a:xfrm>
              <a:custGeom>
                <a:avLst/>
                <a:gdLst/>
                <a:ahLst/>
                <a:cxnLst/>
                <a:rect l="l" t="t" r="r" b="b"/>
                <a:pathLst>
                  <a:path w="118635" h="52758" extrusionOk="0">
                    <a:moveTo>
                      <a:pt x="10411" y="52759"/>
                    </a:moveTo>
                    <a:cubicBezTo>
                      <a:pt x="6485" y="52759"/>
                      <a:pt x="2726" y="50503"/>
                      <a:pt x="972" y="46744"/>
                    </a:cubicBezTo>
                    <a:cubicBezTo>
                      <a:pt x="-1450" y="41482"/>
                      <a:pt x="805" y="35300"/>
                      <a:pt x="6068" y="32878"/>
                    </a:cubicBezTo>
                    <a:cubicBezTo>
                      <a:pt x="37142" y="18427"/>
                      <a:pt x="70805" y="7484"/>
                      <a:pt x="106139" y="217"/>
                    </a:cubicBezTo>
                    <a:cubicBezTo>
                      <a:pt x="111736" y="-952"/>
                      <a:pt x="117333" y="2723"/>
                      <a:pt x="118418" y="8320"/>
                    </a:cubicBezTo>
                    <a:cubicBezTo>
                      <a:pt x="119588" y="14000"/>
                      <a:pt x="115912" y="19513"/>
                      <a:pt x="110316" y="20599"/>
                    </a:cubicBezTo>
                    <a:cubicBezTo>
                      <a:pt x="76569" y="27532"/>
                      <a:pt x="44492" y="37973"/>
                      <a:pt x="14838" y="51756"/>
                    </a:cubicBezTo>
                    <a:cubicBezTo>
                      <a:pt x="13418" y="52425"/>
                      <a:pt x="11915" y="52759"/>
                      <a:pt x="10411" y="527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29"/>
              <p:cNvSpPr/>
              <p:nvPr/>
            </p:nvSpPr>
            <p:spPr>
              <a:xfrm>
                <a:off x="4776357" y="4901651"/>
                <a:ext cx="587900" cy="521180"/>
              </a:xfrm>
              <a:custGeom>
                <a:avLst/>
                <a:gdLst/>
                <a:ahLst/>
                <a:cxnLst/>
                <a:rect l="l" t="t" r="r" b="b"/>
                <a:pathLst>
                  <a:path w="587900" h="521180" extrusionOk="0">
                    <a:moveTo>
                      <a:pt x="587900" y="521097"/>
                    </a:moveTo>
                    <a:cubicBezTo>
                      <a:pt x="565931" y="409331"/>
                      <a:pt x="532017" y="302911"/>
                      <a:pt x="408723" y="190393"/>
                    </a:cubicBezTo>
                    <a:cubicBezTo>
                      <a:pt x="406969" y="188722"/>
                      <a:pt x="364785" y="144283"/>
                      <a:pt x="353174" y="109784"/>
                    </a:cubicBezTo>
                    <a:cubicBezTo>
                      <a:pt x="349332" y="98340"/>
                      <a:pt x="276659" y="74700"/>
                      <a:pt x="225370" y="59247"/>
                    </a:cubicBezTo>
                    <a:cubicBezTo>
                      <a:pt x="190287" y="48722"/>
                      <a:pt x="156205" y="35190"/>
                      <a:pt x="123461" y="18817"/>
                    </a:cubicBezTo>
                    <a:lnTo>
                      <a:pt x="88795" y="1442"/>
                    </a:lnTo>
                    <a:cubicBezTo>
                      <a:pt x="65823" y="-4906"/>
                      <a:pt x="42434" y="10380"/>
                      <a:pt x="39093" y="33937"/>
                    </a:cubicBezTo>
                    <a:cubicBezTo>
                      <a:pt x="39093" y="33937"/>
                      <a:pt x="13198" y="61586"/>
                      <a:pt x="0" y="64927"/>
                    </a:cubicBezTo>
                    <a:cubicBezTo>
                      <a:pt x="255943" y="112290"/>
                      <a:pt x="482148" y="301741"/>
                      <a:pt x="587900" y="52118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29"/>
              <p:cNvSpPr/>
              <p:nvPr/>
            </p:nvSpPr>
            <p:spPr>
              <a:xfrm>
                <a:off x="4765909" y="4891091"/>
                <a:ext cx="608730" cy="542098"/>
              </a:xfrm>
              <a:custGeom>
                <a:avLst/>
                <a:gdLst/>
                <a:ahLst/>
                <a:cxnLst/>
                <a:rect l="l" t="t" r="r" b="b"/>
                <a:pathLst>
                  <a:path w="608730" h="542098" extrusionOk="0">
                    <a:moveTo>
                      <a:pt x="598348" y="542099"/>
                    </a:moveTo>
                    <a:cubicBezTo>
                      <a:pt x="594422" y="542099"/>
                      <a:pt x="590746" y="539927"/>
                      <a:pt x="588909" y="536168"/>
                    </a:cubicBezTo>
                    <a:cubicBezTo>
                      <a:pt x="478646" y="307373"/>
                      <a:pt x="250770" y="130535"/>
                      <a:pt x="8526" y="85678"/>
                    </a:cubicBezTo>
                    <a:cubicBezTo>
                      <a:pt x="3682" y="84760"/>
                      <a:pt x="173" y="80667"/>
                      <a:pt x="6" y="75738"/>
                    </a:cubicBezTo>
                    <a:cubicBezTo>
                      <a:pt x="-161" y="70810"/>
                      <a:pt x="3097" y="66466"/>
                      <a:pt x="7858" y="65296"/>
                    </a:cubicBezTo>
                    <a:cubicBezTo>
                      <a:pt x="13622" y="63877"/>
                      <a:pt x="28407" y="51179"/>
                      <a:pt x="39767" y="39485"/>
                    </a:cubicBezTo>
                    <a:cubicBezTo>
                      <a:pt x="42524" y="26705"/>
                      <a:pt x="50209" y="15428"/>
                      <a:pt x="61235" y="8161"/>
                    </a:cubicBezTo>
                    <a:cubicBezTo>
                      <a:pt x="73264" y="309"/>
                      <a:pt x="88049" y="-2031"/>
                      <a:pt x="101916" y="1812"/>
                    </a:cubicBezTo>
                    <a:cubicBezTo>
                      <a:pt x="102584" y="1979"/>
                      <a:pt x="103252" y="2230"/>
                      <a:pt x="103837" y="2564"/>
                    </a:cubicBezTo>
                    <a:lnTo>
                      <a:pt x="138503" y="19938"/>
                    </a:lnTo>
                    <a:cubicBezTo>
                      <a:pt x="170245" y="35893"/>
                      <a:pt x="203992" y="49258"/>
                      <a:pt x="238741" y="59700"/>
                    </a:cubicBezTo>
                    <a:cubicBezTo>
                      <a:pt x="367214" y="98292"/>
                      <a:pt x="371140" y="109986"/>
                      <a:pt x="373479" y="116920"/>
                    </a:cubicBezTo>
                    <a:cubicBezTo>
                      <a:pt x="383586" y="146991"/>
                      <a:pt x="421009" y="188089"/>
                      <a:pt x="426271" y="193268"/>
                    </a:cubicBezTo>
                    <a:cubicBezTo>
                      <a:pt x="556999" y="312552"/>
                      <a:pt x="587990" y="424820"/>
                      <a:pt x="608539" y="529569"/>
                    </a:cubicBezTo>
                    <a:cubicBezTo>
                      <a:pt x="609541" y="534748"/>
                      <a:pt x="606534" y="539843"/>
                      <a:pt x="601606" y="541514"/>
                    </a:cubicBezTo>
                    <a:cubicBezTo>
                      <a:pt x="600520" y="541848"/>
                      <a:pt x="599434" y="542015"/>
                      <a:pt x="598348" y="542015"/>
                    </a:cubicBezTo>
                    <a:close/>
                    <a:moveTo>
                      <a:pt x="37596" y="70309"/>
                    </a:moveTo>
                    <a:cubicBezTo>
                      <a:pt x="252190" y="118089"/>
                      <a:pt x="452918" y="265524"/>
                      <a:pt x="570782" y="459151"/>
                    </a:cubicBezTo>
                    <a:cubicBezTo>
                      <a:pt x="548228" y="379628"/>
                      <a:pt x="507882" y="296013"/>
                      <a:pt x="412071" y="208638"/>
                    </a:cubicBezTo>
                    <a:cubicBezTo>
                      <a:pt x="411653" y="208304"/>
                      <a:pt x="367381" y="162695"/>
                      <a:pt x="354099" y="124771"/>
                    </a:cubicBezTo>
                    <a:cubicBezTo>
                      <a:pt x="351259" y="122265"/>
                      <a:pt x="333550" y="110070"/>
                      <a:pt x="232727" y="79748"/>
                    </a:cubicBezTo>
                    <a:cubicBezTo>
                      <a:pt x="196808" y="68972"/>
                      <a:pt x="161975" y="55106"/>
                      <a:pt x="129147" y="38650"/>
                    </a:cubicBezTo>
                    <a:lnTo>
                      <a:pt x="95483" y="21693"/>
                    </a:lnTo>
                    <a:cubicBezTo>
                      <a:pt x="87715" y="19855"/>
                      <a:pt x="79445" y="21192"/>
                      <a:pt x="72679" y="25619"/>
                    </a:cubicBezTo>
                    <a:cubicBezTo>
                      <a:pt x="65663" y="30213"/>
                      <a:pt x="60985" y="37564"/>
                      <a:pt x="59815" y="45834"/>
                    </a:cubicBezTo>
                    <a:cubicBezTo>
                      <a:pt x="59481" y="47922"/>
                      <a:pt x="58562" y="49927"/>
                      <a:pt x="57059" y="51514"/>
                    </a:cubicBezTo>
                    <a:cubicBezTo>
                      <a:pt x="53717" y="55106"/>
                      <a:pt x="46116" y="62958"/>
                      <a:pt x="37512" y="70225"/>
                    </a:cubicBezTo>
                    <a:close/>
                    <a:moveTo>
                      <a:pt x="354517" y="125189"/>
                    </a:moveTo>
                    <a:lnTo>
                      <a:pt x="354517" y="12518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29"/>
              <p:cNvSpPr/>
              <p:nvPr/>
            </p:nvSpPr>
            <p:spPr>
              <a:xfrm>
                <a:off x="4514606" y="5656304"/>
                <a:ext cx="66619" cy="33914"/>
              </a:xfrm>
              <a:custGeom>
                <a:avLst/>
                <a:gdLst/>
                <a:ahLst/>
                <a:cxnLst/>
                <a:rect l="l" t="t" r="r" b="b"/>
                <a:pathLst>
                  <a:path w="66619" h="33914" extrusionOk="0">
                    <a:moveTo>
                      <a:pt x="10401" y="33914"/>
                    </a:moveTo>
                    <a:cubicBezTo>
                      <a:pt x="6810" y="33914"/>
                      <a:pt x="3301" y="31992"/>
                      <a:pt x="1380" y="28652"/>
                    </a:cubicBezTo>
                    <a:cubicBezTo>
                      <a:pt x="-1460" y="23639"/>
                      <a:pt x="211" y="17291"/>
                      <a:pt x="5223" y="14367"/>
                    </a:cubicBezTo>
                    <a:cubicBezTo>
                      <a:pt x="21177" y="5263"/>
                      <a:pt x="38719" y="250"/>
                      <a:pt x="56010" y="0"/>
                    </a:cubicBezTo>
                    <a:cubicBezTo>
                      <a:pt x="61941" y="167"/>
                      <a:pt x="66535" y="4511"/>
                      <a:pt x="66619" y="10274"/>
                    </a:cubicBezTo>
                    <a:cubicBezTo>
                      <a:pt x="66702" y="16038"/>
                      <a:pt x="62108" y="20799"/>
                      <a:pt x="56344" y="20883"/>
                    </a:cubicBezTo>
                    <a:cubicBezTo>
                      <a:pt x="42394" y="21050"/>
                      <a:pt x="28695" y="24976"/>
                      <a:pt x="15664" y="32494"/>
                    </a:cubicBezTo>
                    <a:cubicBezTo>
                      <a:pt x="13993" y="33413"/>
                      <a:pt x="12239" y="33914"/>
                      <a:pt x="10485" y="339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29"/>
              <p:cNvSpPr/>
              <p:nvPr/>
            </p:nvSpPr>
            <p:spPr>
              <a:xfrm>
                <a:off x="4914018" y="5949335"/>
                <a:ext cx="286098" cy="85704"/>
              </a:xfrm>
              <a:custGeom>
                <a:avLst/>
                <a:gdLst/>
                <a:ahLst/>
                <a:cxnLst/>
                <a:rect l="l" t="t" r="r" b="b"/>
                <a:pathLst>
                  <a:path w="286098" h="85704" extrusionOk="0">
                    <a:moveTo>
                      <a:pt x="286098" y="85621"/>
                    </a:moveTo>
                    <a:lnTo>
                      <a:pt x="0" y="85621"/>
                    </a:lnTo>
                    <a:lnTo>
                      <a:pt x="0" y="0"/>
                    </a:lnTo>
                    <a:lnTo>
                      <a:pt x="178843" y="0"/>
                    </a:lnTo>
                    <a:cubicBezTo>
                      <a:pt x="194714" y="16456"/>
                      <a:pt x="209582" y="30823"/>
                      <a:pt x="223115" y="42852"/>
                    </a:cubicBezTo>
                    <a:cubicBezTo>
                      <a:pt x="240239" y="57971"/>
                      <a:pt x="261874" y="72256"/>
                      <a:pt x="286098" y="8570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29"/>
              <p:cNvSpPr/>
              <p:nvPr/>
            </p:nvSpPr>
            <p:spPr>
              <a:xfrm>
                <a:off x="4903576" y="5938894"/>
                <a:ext cx="306924" cy="106587"/>
              </a:xfrm>
              <a:custGeom>
                <a:avLst/>
                <a:gdLst/>
                <a:ahLst/>
                <a:cxnLst/>
                <a:rect l="l" t="t" r="r" b="b"/>
                <a:pathLst>
                  <a:path w="306924" h="106587" extrusionOk="0">
                    <a:moveTo>
                      <a:pt x="296540" y="106504"/>
                    </a:moveTo>
                    <a:lnTo>
                      <a:pt x="10442" y="106504"/>
                    </a:lnTo>
                    <a:cubicBezTo>
                      <a:pt x="4678" y="106504"/>
                      <a:pt x="0" y="101826"/>
                      <a:pt x="0" y="96062"/>
                    </a:cubicBezTo>
                    <a:lnTo>
                      <a:pt x="0" y="10442"/>
                    </a:lnTo>
                    <a:cubicBezTo>
                      <a:pt x="0" y="4678"/>
                      <a:pt x="4678" y="0"/>
                      <a:pt x="10442" y="0"/>
                    </a:cubicBezTo>
                    <a:lnTo>
                      <a:pt x="189284" y="0"/>
                    </a:lnTo>
                    <a:cubicBezTo>
                      <a:pt x="192124" y="0"/>
                      <a:pt x="194797" y="1170"/>
                      <a:pt x="196802" y="3174"/>
                    </a:cubicBezTo>
                    <a:cubicBezTo>
                      <a:pt x="212757" y="19714"/>
                      <a:pt x="227458" y="33915"/>
                      <a:pt x="240489" y="45442"/>
                    </a:cubicBezTo>
                    <a:cubicBezTo>
                      <a:pt x="255859" y="58974"/>
                      <a:pt x="276408" y="72924"/>
                      <a:pt x="301552" y="86957"/>
                    </a:cubicBezTo>
                    <a:cubicBezTo>
                      <a:pt x="305728" y="89296"/>
                      <a:pt x="307817" y="94141"/>
                      <a:pt x="306563" y="98735"/>
                    </a:cubicBezTo>
                    <a:cubicBezTo>
                      <a:pt x="305394" y="103330"/>
                      <a:pt x="301217" y="106587"/>
                      <a:pt x="296456" y="106587"/>
                    </a:cubicBezTo>
                    <a:close/>
                    <a:moveTo>
                      <a:pt x="20883" y="85621"/>
                    </a:moveTo>
                    <a:lnTo>
                      <a:pt x="259117" y="85621"/>
                    </a:lnTo>
                    <a:cubicBezTo>
                      <a:pt x="246754" y="77435"/>
                      <a:pt x="235895" y="69165"/>
                      <a:pt x="226707" y="61063"/>
                    </a:cubicBezTo>
                    <a:cubicBezTo>
                      <a:pt x="214093" y="49953"/>
                      <a:pt x="200060" y="36420"/>
                      <a:pt x="184940" y="20883"/>
                    </a:cubicBezTo>
                    <a:lnTo>
                      <a:pt x="20967" y="20883"/>
                    </a:lnTo>
                    <a:lnTo>
                      <a:pt x="20967" y="8562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29"/>
              <p:cNvSpPr/>
              <p:nvPr/>
            </p:nvSpPr>
            <p:spPr>
              <a:xfrm>
                <a:off x="5125141" y="6405376"/>
                <a:ext cx="142538" cy="453709"/>
              </a:xfrm>
              <a:custGeom>
                <a:avLst/>
                <a:gdLst/>
                <a:ahLst/>
                <a:cxnLst/>
                <a:rect l="l" t="t" r="r" b="b"/>
                <a:pathLst>
                  <a:path w="142538" h="453709" extrusionOk="0">
                    <a:moveTo>
                      <a:pt x="132027" y="453710"/>
                    </a:moveTo>
                    <a:cubicBezTo>
                      <a:pt x="126764" y="453710"/>
                      <a:pt x="122254" y="449784"/>
                      <a:pt x="121669" y="444354"/>
                    </a:cubicBezTo>
                    <a:cubicBezTo>
                      <a:pt x="93351" y="184235"/>
                      <a:pt x="2218" y="17170"/>
                      <a:pt x="1299" y="15499"/>
                    </a:cubicBezTo>
                    <a:cubicBezTo>
                      <a:pt x="-1458" y="10488"/>
                      <a:pt x="297" y="4139"/>
                      <a:pt x="5392" y="1299"/>
                    </a:cubicBezTo>
                    <a:cubicBezTo>
                      <a:pt x="10404" y="-1457"/>
                      <a:pt x="16752" y="296"/>
                      <a:pt x="19592" y="5392"/>
                    </a:cubicBezTo>
                    <a:cubicBezTo>
                      <a:pt x="20511" y="7063"/>
                      <a:pt x="113650" y="177552"/>
                      <a:pt x="142469" y="442099"/>
                    </a:cubicBezTo>
                    <a:cubicBezTo>
                      <a:pt x="143137" y="447863"/>
                      <a:pt x="138960" y="452958"/>
                      <a:pt x="133196" y="453626"/>
                    </a:cubicBezTo>
                    <a:cubicBezTo>
                      <a:pt x="132779" y="453626"/>
                      <a:pt x="132445" y="453626"/>
                      <a:pt x="132027" y="4536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29"/>
              <p:cNvSpPr/>
              <p:nvPr/>
            </p:nvSpPr>
            <p:spPr>
              <a:xfrm>
                <a:off x="4474254" y="5045700"/>
                <a:ext cx="76297" cy="163037"/>
              </a:xfrm>
              <a:custGeom>
                <a:avLst/>
                <a:gdLst/>
                <a:ahLst/>
                <a:cxnLst/>
                <a:rect l="l" t="t" r="r" b="b"/>
                <a:pathLst>
                  <a:path w="76297" h="163037" extrusionOk="0">
                    <a:moveTo>
                      <a:pt x="10408" y="163038"/>
                    </a:moveTo>
                    <a:cubicBezTo>
                      <a:pt x="9740" y="163038"/>
                      <a:pt x="9071" y="163038"/>
                      <a:pt x="8403" y="162871"/>
                    </a:cubicBezTo>
                    <a:cubicBezTo>
                      <a:pt x="2723" y="161785"/>
                      <a:pt x="-952" y="156272"/>
                      <a:pt x="217" y="150592"/>
                    </a:cubicBezTo>
                    <a:cubicBezTo>
                      <a:pt x="7401" y="114088"/>
                      <a:pt x="23105" y="59207"/>
                      <a:pt x="57019" y="4911"/>
                    </a:cubicBezTo>
                    <a:cubicBezTo>
                      <a:pt x="60110" y="-17"/>
                      <a:pt x="66542" y="-1437"/>
                      <a:pt x="71386" y="1570"/>
                    </a:cubicBezTo>
                    <a:cubicBezTo>
                      <a:pt x="76315" y="4661"/>
                      <a:pt x="77735" y="11093"/>
                      <a:pt x="74728" y="15938"/>
                    </a:cubicBezTo>
                    <a:cubicBezTo>
                      <a:pt x="42568" y="67561"/>
                      <a:pt x="27616" y="119852"/>
                      <a:pt x="20766" y="154601"/>
                    </a:cubicBezTo>
                    <a:cubicBezTo>
                      <a:pt x="19764" y="159613"/>
                      <a:pt x="15420" y="163038"/>
                      <a:pt x="10491" y="1630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29"/>
              <p:cNvSpPr/>
              <p:nvPr/>
            </p:nvSpPr>
            <p:spPr>
              <a:xfrm>
                <a:off x="4423483" y="5072174"/>
                <a:ext cx="56443" cy="117351"/>
              </a:xfrm>
              <a:custGeom>
                <a:avLst/>
                <a:gdLst/>
                <a:ahLst/>
                <a:cxnLst/>
                <a:rect l="l" t="t" r="r" b="b"/>
                <a:pathLst>
                  <a:path w="56443" h="117351" extrusionOk="0">
                    <a:moveTo>
                      <a:pt x="10475" y="117352"/>
                    </a:moveTo>
                    <a:cubicBezTo>
                      <a:pt x="9640" y="117352"/>
                      <a:pt x="8888" y="117268"/>
                      <a:pt x="8053" y="117101"/>
                    </a:cubicBezTo>
                    <a:cubicBezTo>
                      <a:pt x="2456" y="115765"/>
                      <a:pt x="-1052" y="110168"/>
                      <a:pt x="284" y="104571"/>
                    </a:cubicBezTo>
                    <a:cubicBezTo>
                      <a:pt x="8220" y="71242"/>
                      <a:pt x="20416" y="37996"/>
                      <a:pt x="36621" y="5753"/>
                    </a:cubicBezTo>
                    <a:cubicBezTo>
                      <a:pt x="39210" y="574"/>
                      <a:pt x="45475" y="-1431"/>
                      <a:pt x="50654" y="1075"/>
                    </a:cubicBezTo>
                    <a:cubicBezTo>
                      <a:pt x="55833" y="3664"/>
                      <a:pt x="57922" y="9929"/>
                      <a:pt x="55332" y="15108"/>
                    </a:cubicBezTo>
                    <a:cubicBezTo>
                      <a:pt x="39879" y="45932"/>
                      <a:pt x="28184" y="77590"/>
                      <a:pt x="20666" y="109332"/>
                    </a:cubicBezTo>
                    <a:cubicBezTo>
                      <a:pt x="19497" y="114094"/>
                      <a:pt x="15236" y="117352"/>
                      <a:pt x="10559" y="11735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29"/>
              <p:cNvSpPr/>
              <p:nvPr/>
            </p:nvSpPr>
            <p:spPr>
              <a:xfrm>
                <a:off x="5077185" y="5001008"/>
                <a:ext cx="62759" cy="110331"/>
              </a:xfrm>
              <a:custGeom>
                <a:avLst/>
                <a:gdLst/>
                <a:ahLst/>
                <a:cxnLst/>
                <a:rect l="l" t="t" r="r" b="b"/>
                <a:pathLst>
                  <a:path w="62759" h="110331" extrusionOk="0">
                    <a:moveTo>
                      <a:pt x="10413" y="110331"/>
                    </a:moveTo>
                    <a:cubicBezTo>
                      <a:pt x="8909" y="110331"/>
                      <a:pt x="7406" y="109997"/>
                      <a:pt x="5986" y="109329"/>
                    </a:cubicBezTo>
                    <a:cubicBezTo>
                      <a:pt x="807" y="106906"/>
                      <a:pt x="-1449" y="100641"/>
                      <a:pt x="974" y="95462"/>
                    </a:cubicBezTo>
                    <a:lnTo>
                      <a:pt x="42907" y="5999"/>
                    </a:lnTo>
                    <a:cubicBezTo>
                      <a:pt x="45329" y="737"/>
                      <a:pt x="51511" y="-1435"/>
                      <a:pt x="56773" y="987"/>
                    </a:cubicBezTo>
                    <a:cubicBezTo>
                      <a:pt x="61952" y="3410"/>
                      <a:pt x="64208" y="9675"/>
                      <a:pt x="61785" y="14853"/>
                    </a:cubicBezTo>
                    <a:lnTo>
                      <a:pt x="19852" y="104317"/>
                    </a:lnTo>
                    <a:cubicBezTo>
                      <a:pt x="18098" y="108076"/>
                      <a:pt x="14339" y="110331"/>
                      <a:pt x="10413" y="1103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29"/>
              <p:cNvSpPr/>
              <p:nvPr/>
            </p:nvSpPr>
            <p:spPr>
              <a:xfrm>
                <a:off x="4845897" y="4522019"/>
                <a:ext cx="240614" cy="379988"/>
              </a:xfrm>
              <a:custGeom>
                <a:avLst/>
                <a:gdLst/>
                <a:ahLst/>
                <a:cxnLst/>
                <a:rect l="l" t="t" r="r" b="b"/>
                <a:pathLst>
                  <a:path w="240614" h="379988" extrusionOk="0">
                    <a:moveTo>
                      <a:pt x="240448" y="86707"/>
                    </a:moveTo>
                    <a:cubicBezTo>
                      <a:pt x="240448" y="38843"/>
                      <a:pt x="200603" y="0"/>
                      <a:pt x="151402" y="0"/>
                    </a:cubicBezTo>
                    <a:cubicBezTo>
                      <a:pt x="102202" y="0"/>
                      <a:pt x="62357" y="38843"/>
                      <a:pt x="62357" y="86707"/>
                    </a:cubicBezTo>
                    <a:cubicBezTo>
                      <a:pt x="62357" y="95311"/>
                      <a:pt x="63693" y="103580"/>
                      <a:pt x="66116" y="111432"/>
                    </a:cubicBezTo>
                    <a:cubicBezTo>
                      <a:pt x="64946" y="112267"/>
                      <a:pt x="63777" y="113103"/>
                      <a:pt x="62607" y="113938"/>
                    </a:cubicBezTo>
                    <a:cubicBezTo>
                      <a:pt x="62273" y="114189"/>
                      <a:pt x="61856" y="114439"/>
                      <a:pt x="61522" y="114690"/>
                    </a:cubicBezTo>
                    <a:cubicBezTo>
                      <a:pt x="57846" y="117446"/>
                      <a:pt x="54338" y="120203"/>
                      <a:pt x="50829" y="123377"/>
                    </a:cubicBezTo>
                    <a:cubicBezTo>
                      <a:pt x="50829" y="123377"/>
                      <a:pt x="50771" y="123377"/>
                      <a:pt x="50662" y="123377"/>
                    </a:cubicBezTo>
                    <a:cubicBezTo>
                      <a:pt x="50662" y="123377"/>
                      <a:pt x="50662" y="123461"/>
                      <a:pt x="50495" y="123545"/>
                    </a:cubicBezTo>
                    <a:cubicBezTo>
                      <a:pt x="50161" y="123795"/>
                      <a:pt x="49827" y="124046"/>
                      <a:pt x="49576" y="124380"/>
                    </a:cubicBezTo>
                    <a:lnTo>
                      <a:pt x="49576" y="124380"/>
                    </a:lnTo>
                    <a:cubicBezTo>
                      <a:pt x="49576" y="124380"/>
                      <a:pt x="48908" y="124881"/>
                      <a:pt x="48658" y="125215"/>
                    </a:cubicBezTo>
                    <a:lnTo>
                      <a:pt x="48658" y="125215"/>
                    </a:lnTo>
                    <a:cubicBezTo>
                      <a:pt x="48658" y="125215"/>
                      <a:pt x="48574" y="125298"/>
                      <a:pt x="48574" y="125298"/>
                    </a:cubicBezTo>
                    <a:cubicBezTo>
                      <a:pt x="48574" y="125382"/>
                      <a:pt x="48574" y="125382"/>
                      <a:pt x="48574" y="125382"/>
                    </a:cubicBezTo>
                    <a:cubicBezTo>
                      <a:pt x="48574" y="125382"/>
                      <a:pt x="48490" y="125382"/>
                      <a:pt x="48490" y="125549"/>
                    </a:cubicBezTo>
                    <a:lnTo>
                      <a:pt x="48490" y="125549"/>
                    </a:lnTo>
                    <a:cubicBezTo>
                      <a:pt x="47906" y="126134"/>
                      <a:pt x="47321" y="126635"/>
                      <a:pt x="46736" y="127220"/>
                    </a:cubicBezTo>
                    <a:cubicBezTo>
                      <a:pt x="45985" y="127888"/>
                      <a:pt x="45233" y="128640"/>
                      <a:pt x="44564" y="129392"/>
                    </a:cubicBezTo>
                    <a:cubicBezTo>
                      <a:pt x="44063" y="129809"/>
                      <a:pt x="43646" y="130227"/>
                      <a:pt x="43228" y="130728"/>
                    </a:cubicBezTo>
                    <a:cubicBezTo>
                      <a:pt x="43228" y="130728"/>
                      <a:pt x="43170" y="130787"/>
                      <a:pt x="43061" y="130895"/>
                    </a:cubicBezTo>
                    <a:cubicBezTo>
                      <a:pt x="41891" y="132065"/>
                      <a:pt x="40722" y="133318"/>
                      <a:pt x="39636" y="134571"/>
                    </a:cubicBezTo>
                    <a:cubicBezTo>
                      <a:pt x="39636" y="134654"/>
                      <a:pt x="39469" y="134738"/>
                      <a:pt x="39385" y="134821"/>
                    </a:cubicBezTo>
                    <a:cubicBezTo>
                      <a:pt x="38383" y="135991"/>
                      <a:pt x="37381" y="137244"/>
                      <a:pt x="36462" y="138413"/>
                    </a:cubicBezTo>
                    <a:cubicBezTo>
                      <a:pt x="35794" y="139081"/>
                      <a:pt x="35209" y="139833"/>
                      <a:pt x="34541" y="140501"/>
                    </a:cubicBezTo>
                    <a:cubicBezTo>
                      <a:pt x="34457" y="140669"/>
                      <a:pt x="34374" y="140752"/>
                      <a:pt x="34207" y="140919"/>
                    </a:cubicBezTo>
                    <a:cubicBezTo>
                      <a:pt x="34123" y="140919"/>
                      <a:pt x="34039" y="141170"/>
                      <a:pt x="33956" y="141253"/>
                    </a:cubicBezTo>
                    <a:cubicBezTo>
                      <a:pt x="33789" y="141421"/>
                      <a:pt x="33622" y="141671"/>
                      <a:pt x="33455" y="141838"/>
                    </a:cubicBezTo>
                    <a:cubicBezTo>
                      <a:pt x="33037" y="142423"/>
                      <a:pt x="32619" y="142924"/>
                      <a:pt x="32202" y="143509"/>
                    </a:cubicBezTo>
                    <a:cubicBezTo>
                      <a:pt x="31366" y="144594"/>
                      <a:pt x="30531" y="145680"/>
                      <a:pt x="29779" y="146766"/>
                    </a:cubicBezTo>
                    <a:cubicBezTo>
                      <a:pt x="29529" y="147017"/>
                      <a:pt x="29362" y="147351"/>
                      <a:pt x="29195" y="147686"/>
                    </a:cubicBezTo>
                    <a:cubicBezTo>
                      <a:pt x="28944" y="147936"/>
                      <a:pt x="28693" y="148187"/>
                      <a:pt x="28526" y="148521"/>
                    </a:cubicBezTo>
                    <a:cubicBezTo>
                      <a:pt x="28192" y="149022"/>
                      <a:pt x="27858" y="149523"/>
                      <a:pt x="27524" y="150024"/>
                    </a:cubicBezTo>
                    <a:cubicBezTo>
                      <a:pt x="27524" y="150108"/>
                      <a:pt x="27357" y="150191"/>
                      <a:pt x="27357" y="150275"/>
                    </a:cubicBezTo>
                    <a:cubicBezTo>
                      <a:pt x="27273" y="150358"/>
                      <a:pt x="27190" y="150442"/>
                      <a:pt x="27190" y="150609"/>
                    </a:cubicBezTo>
                    <a:cubicBezTo>
                      <a:pt x="26939" y="151027"/>
                      <a:pt x="26689" y="151360"/>
                      <a:pt x="26354" y="151779"/>
                    </a:cubicBezTo>
                    <a:cubicBezTo>
                      <a:pt x="25770" y="152530"/>
                      <a:pt x="25268" y="153366"/>
                      <a:pt x="24767" y="154117"/>
                    </a:cubicBezTo>
                    <a:cubicBezTo>
                      <a:pt x="24183" y="155036"/>
                      <a:pt x="23598" y="155955"/>
                      <a:pt x="23013" y="156957"/>
                    </a:cubicBezTo>
                    <a:cubicBezTo>
                      <a:pt x="22512" y="157793"/>
                      <a:pt x="21927" y="158795"/>
                      <a:pt x="21426" y="159714"/>
                    </a:cubicBezTo>
                    <a:cubicBezTo>
                      <a:pt x="20841" y="160633"/>
                      <a:pt x="20340" y="161635"/>
                      <a:pt x="19839" y="162554"/>
                    </a:cubicBezTo>
                    <a:cubicBezTo>
                      <a:pt x="19421" y="163306"/>
                      <a:pt x="19004" y="164058"/>
                      <a:pt x="18586" y="164810"/>
                    </a:cubicBezTo>
                    <a:cubicBezTo>
                      <a:pt x="18001" y="165812"/>
                      <a:pt x="17500" y="166814"/>
                      <a:pt x="16999" y="167900"/>
                    </a:cubicBezTo>
                    <a:cubicBezTo>
                      <a:pt x="16832" y="168151"/>
                      <a:pt x="16748" y="168485"/>
                      <a:pt x="16581" y="168735"/>
                    </a:cubicBezTo>
                    <a:cubicBezTo>
                      <a:pt x="16331" y="169153"/>
                      <a:pt x="16164" y="169487"/>
                      <a:pt x="15996" y="169905"/>
                    </a:cubicBezTo>
                    <a:cubicBezTo>
                      <a:pt x="15495" y="170991"/>
                      <a:pt x="15078" y="172077"/>
                      <a:pt x="14576" y="173163"/>
                    </a:cubicBezTo>
                    <a:cubicBezTo>
                      <a:pt x="13908" y="174499"/>
                      <a:pt x="13323" y="175919"/>
                      <a:pt x="12655" y="177423"/>
                    </a:cubicBezTo>
                    <a:lnTo>
                      <a:pt x="12655" y="177423"/>
                    </a:lnTo>
                    <a:cubicBezTo>
                      <a:pt x="12154" y="178676"/>
                      <a:pt x="11653" y="180012"/>
                      <a:pt x="11152" y="181349"/>
                    </a:cubicBezTo>
                    <a:cubicBezTo>
                      <a:pt x="10650" y="182602"/>
                      <a:pt x="10149" y="183938"/>
                      <a:pt x="9731" y="185191"/>
                    </a:cubicBezTo>
                    <a:cubicBezTo>
                      <a:pt x="9481" y="185859"/>
                      <a:pt x="9314" y="186528"/>
                      <a:pt x="9063" y="187113"/>
                    </a:cubicBezTo>
                    <a:cubicBezTo>
                      <a:pt x="8395" y="189034"/>
                      <a:pt x="7727" y="191038"/>
                      <a:pt x="7142" y="193043"/>
                    </a:cubicBezTo>
                    <a:lnTo>
                      <a:pt x="7142" y="193043"/>
                    </a:lnTo>
                    <a:cubicBezTo>
                      <a:pt x="6808" y="194296"/>
                      <a:pt x="6474" y="195549"/>
                      <a:pt x="6140" y="196719"/>
                    </a:cubicBezTo>
                    <a:cubicBezTo>
                      <a:pt x="5973" y="197220"/>
                      <a:pt x="5805" y="197721"/>
                      <a:pt x="5722" y="198306"/>
                    </a:cubicBezTo>
                    <a:cubicBezTo>
                      <a:pt x="5388" y="199308"/>
                      <a:pt x="5137" y="200311"/>
                      <a:pt x="4970" y="201229"/>
                    </a:cubicBezTo>
                    <a:cubicBezTo>
                      <a:pt x="4803" y="202065"/>
                      <a:pt x="4636" y="202900"/>
                      <a:pt x="4385" y="203735"/>
                    </a:cubicBezTo>
                    <a:cubicBezTo>
                      <a:pt x="4135" y="204571"/>
                      <a:pt x="3968" y="205406"/>
                      <a:pt x="3801" y="206325"/>
                    </a:cubicBezTo>
                    <a:cubicBezTo>
                      <a:pt x="3467" y="207996"/>
                      <a:pt x="3049" y="209750"/>
                      <a:pt x="2798" y="211504"/>
                    </a:cubicBezTo>
                    <a:cubicBezTo>
                      <a:pt x="2548" y="212673"/>
                      <a:pt x="2381" y="213927"/>
                      <a:pt x="2130" y="215096"/>
                    </a:cubicBezTo>
                    <a:cubicBezTo>
                      <a:pt x="2130" y="216015"/>
                      <a:pt x="1880" y="216934"/>
                      <a:pt x="1796" y="217769"/>
                    </a:cubicBezTo>
                    <a:cubicBezTo>
                      <a:pt x="1796" y="218688"/>
                      <a:pt x="1545" y="219439"/>
                      <a:pt x="1462" y="220358"/>
                    </a:cubicBezTo>
                    <a:cubicBezTo>
                      <a:pt x="1378" y="221361"/>
                      <a:pt x="1211" y="222363"/>
                      <a:pt x="1128" y="223366"/>
                    </a:cubicBezTo>
                    <a:cubicBezTo>
                      <a:pt x="961" y="224786"/>
                      <a:pt x="794" y="226289"/>
                      <a:pt x="710" y="227625"/>
                    </a:cubicBezTo>
                    <a:cubicBezTo>
                      <a:pt x="710" y="229129"/>
                      <a:pt x="459" y="230466"/>
                      <a:pt x="459" y="231969"/>
                    </a:cubicBezTo>
                    <a:cubicBezTo>
                      <a:pt x="376" y="233724"/>
                      <a:pt x="209" y="235561"/>
                      <a:pt x="125" y="237315"/>
                    </a:cubicBezTo>
                    <a:cubicBezTo>
                      <a:pt x="-42" y="241659"/>
                      <a:pt x="-42" y="246003"/>
                      <a:pt x="125" y="250430"/>
                    </a:cubicBezTo>
                    <a:cubicBezTo>
                      <a:pt x="209" y="252936"/>
                      <a:pt x="376" y="255442"/>
                      <a:pt x="543" y="258031"/>
                    </a:cubicBezTo>
                    <a:cubicBezTo>
                      <a:pt x="543" y="258199"/>
                      <a:pt x="543" y="258449"/>
                      <a:pt x="626" y="258616"/>
                    </a:cubicBezTo>
                    <a:cubicBezTo>
                      <a:pt x="1044" y="263378"/>
                      <a:pt x="1545" y="267972"/>
                      <a:pt x="2214" y="272733"/>
                    </a:cubicBezTo>
                    <a:cubicBezTo>
                      <a:pt x="2965" y="277745"/>
                      <a:pt x="3968" y="282673"/>
                      <a:pt x="5137" y="287602"/>
                    </a:cubicBezTo>
                    <a:cubicBezTo>
                      <a:pt x="6307" y="292530"/>
                      <a:pt x="7643" y="297459"/>
                      <a:pt x="9147" y="302387"/>
                    </a:cubicBezTo>
                    <a:cubicBezTo>
                      <a:pt x="10734" y="307316"/>
                      <a:pt x="12405" y="312077"/>
                      <a:pt x="14326" y="316921"/>
                    </a:cubicBezTo>
                    <a:cubicBezTo>
                      <a:pt x="15328" y="319344"/>
                      <a:pt x="16247" y="321850"/>
                      <a:pt x="17333" y="324189"/>
                    </a:cubicBezTo>
                    <a:cubicBezTo>
                      <a:pt x="17667" y="324941"/>
                      <a:pt x="18001" y="325693"/>
                      <a:pt x="18335" y="326444"/>
                    </a:cubicBezTo>
                    <a:cubicBezTo>
                      <a:pt x="18753" y="327280"/>
                      <a:pt x="19171" y="328199"/>
                      <a:pt x="19588" y="329117"/>
                    </a:cubicBezTo>
                    <a:cubicBezTo>
                      <a:pt x="21008" y="332208"/>
                      <a:pt x="22596" y="335382"/>
                      <a:pt x="24183" y="338389"/>
                    </a:cubicBezTo>
                    <a:cubicBezTo>
                      <a:pt x="25519" y="340729"/>
                      <a:pt x="26772" y="343067"/>
                      <a:pt x="28109" y="345406"/>
                    </a:cubicBezTo>
                    <a:cubicBezTo>
                      <a:pt x="28276" y="345740"/>
                      <a:pt x="28526" y="346158"/>
                      <a:pt x="28693" y="346492"/>
                    </a:cubicBezTo>
                    <a:cubicBezTo>
                      <a:pt x="29195" y="347327"/>
                      <a:pt x="29612" y="348079"/>
                      <a:pt x="30113" y="348915"/>
                    </a:cubicBezTo>
                    <a:cubicBezTo>
                      <a:pt x="30531" y="349667"/>
                      <a:pt x="30949" y="350251"/>
                      <a:pt x="31366" y="350919"/>
                    </a:cubicBezTo>
                    <a:cubicBezTo>
                      <a:pt x="31450" y="350919"/>
                      <a:pt x="31450" y="350919"/>
                      <a:pt x="31450" y="350919"/>
                    </a:cubicBezTo>
                    <a:cubicBezTo>
                      <a:pt x="31617" y="351254"/>
                      <a:pt x="31868" y="351755"/>
                      <a:pt x="32118" y="352089"/>
                    </a:cubicBezTo>
                    <a:cubicBezTo>
                      <a:pt x="33538" y="354428"/>
                      <a:pt x="35125" y="356683"/>
                      <a:pt x="36713" y="359022"/>
                    </a:cubicBezTo>
                    <a:cubicBezTo>
                      <a:pt x="38801" y="362029"/>
                      <a:pt x="40973" y="365036"/>
                      <a:pt x="43228" y="368127"/>
                    </a:cubicBezTo>
                    <a:lnTo>
                      <a:pt x="43479" y="368378"/>
                    </a:lnTo>
                    <a:cubicBezTo>
                      <a:pt x="44481" y="369798"/>
                      <a:pt x="45567" y="371217"/>
                      <a:pt x="46736" y="372638"/>
                    </a:cubicBezTo>
                    <a:cubicBezTo>
                      <a:pt x="47989" y="374225"/>
                      <a:pt x="49326" y="375895"/>
                      <a:pt x="50746" y="377482"/>
                    </a:cubicBezTo>
                    <a:lnTo>
                      <a:pt x="50746" y="377482"/>
                    </a:lnTo>
                    <a:cubicBezTo>
                      <a:pt x="50746" y="377482"/>
                      <a:pt x="50913" y="377566"/>
                      <a:pt x="50913" y="377566"/>
                    </a:cubicBezTo>
                    <a:cubicBezTo>
                      <a:pt x="55257" y="378485"/>
                      <a:pt x="58264" y="379153"/>
                      <a:pt x="62775" y="379989"/>
                    </a:cubicBezTo>
                    <a:cubicBezTo>
                      <a:pt x="134195" y="344905"/>
                      <a:pt x="136199" y="307900"/>
                      <a:pt x="123335" y="266385"/>
                    </a:cubicBezTo>
                    <a:cubicBezTo>
                      <a:pt x="113813" y="235645"/>
                      <a:pt x="146223" y="206408"/>
                      <a:pt x="147810" y="205406"/>
                    </a:cubicBezTo>
                    <a:cubicBezTo>
                      <a:pt x="165352" y="195132"/>
                      <a:pt x="182977" y="179762"/>
                      <a:pt x="197094" y="160883"/>
                    </a:cubicBezTo>
                    <a:cubicBezTo>
                      <a:pt x="223156" y="145764"/>
                      <a:pt x="240615" y="118115"/>
                      <a:pt x="240615" y="864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29"/>
              <p:cNvSpPr/>
              <p:nvPr/>
            </p:nvSpPr>
            <p:spPr>
              <a:xfrm>
                <a:off x="4835289" y="4511912"/>
                <a:ext cx="261831" cy="400954"/>
              </a:xfrm>
              <a:custGeom>
                <a:avLst/>
                <a:gdLst/>
                <a:ahLst/>
                <a:cxnLst/>
                <a:rect l="l" t="t" r="r" b="b"/>
                <a:pathLst>
                  <a:path w="261831" h="400954" extrusionOk="0">
                    <a:moveTo>
                      <a:pt x="73216" y="400704"/>
                    </a:moveTo>
                    <a:cubicBezTo>
                      <a:pt x="72548" y="400704"/>
                      <a:pt x="71963" y="400704"/>
                      <a:pt x="71295" y="400537"/>
                    </a:cubicBezTo>
                    <a:cubicBezTo>
                      <a:pt x="67452" y="399869"/>
                      <a:pt x="64696" y="399201"/>
                      <a:pt x="61354" y="398532"/>
                    </a:cubicBezTo>
                    <a:lnTo>
                      <a:pt x="59433" y="398115"/>
                    </a:lnTo>
                    <a:cubicBezTo>
                      <a:pt x="57011" y="397697"/>
                      <a:pt x="54839" y="396361"/>
                      <a:pt x="53252" y="394606"/>
                    </a:cubicBezTo>
                    <a:cubicBezTo>
                      <a:pt x="51748" y="392936"/>
                      <a:pt x="50328" y="391098"/>
                      <a:pt x="48992" y="389427"/>
                    </a:cubicBezTo>
                    <a:cubicBezTo>
                      <a:pt x="47906" y="388091"/>
                      <a:pt x="46820" y="386671"/>
                      <a:pt x="45817" y="385251"/>
                    </a:cubicBezTo>
                    <a:cubicBezTo>
                      <a:pt x="45567" y="385000"/>
                      <a:pt x="45400" y="384750"/>
                      <a:pt x="45233" y="384582"/>
                    </a:cubicBezTo>
                    <a:cubicBezTo>
                      <a:pt x="42977" y="381408"/>
                      <a:pt x="40722" y="378318"/>
                      <a:pt x="38550" y="375310"/>
                    </a:cubicBezTo>
                    <a:lnTo>
                      <a:pt x="37381" y="373640"/>
                    </a:lnTo>
                    <a:cubicBezTo>
                      <a:pt x="36128" y="371802"/>
                      <a:pt x="34875" y="369881"/>
                      <a:pt x="33705" y="368043"/>
                    </a:cubicBezTo>
                    <a:cubicBezTo>
                      <a:pt x="33455" y="367626"/>
                      <a:pt x="33204" y="367208"/>
                      <a:pt x="32953" y="366790"/>
                    </a:cubicBezTo>
                    <a:cubicBezTo>
                      <a:pt x="32953" y="366790"/>
                      <a:pt x="32953" y="366790"/>
                      <a:pt x="32953" y="366706"/>
                    </a:cubicBezTo>
                    <a:cubicBezTo>
                      <a:pt x="32285" y="365620"/>
                      <a:pt x="31868" y="365036"/>
                      <a:pt x="31450" y="364284"/>
                    </a:cubicBezTo>
                    <a:lnTo>
                      <a:pt x="30197" y="362196"/>
                    </a:lnTo>
                    <a:cubicBezTo>
                      <a:pt x="30197" y="362196"/>
                      <a:pt x="29863" y="361611"/>
                      <a:pt x="29779" y="361361"/>
                    </a:cubicBezTo>
                    <a:lnTo>
                      <a:pt x="25603" y="353843"/>
                    </a:lnTo>
                    <a:cubicBezTo>
                      <a:pt x="23765" y="350334"/>
                      <a:pt x="22094" y="346993"/>
                      <a:pt x="20591" y="343735"/>
                    </a:cubicBezTo>
                    <a:cubicBezTo>
                      <a:pt x="20173" y="342900"/>
                      <a:pt x="19839" y="342065"/>
                      <a:pt x="19505" y="341396"/>
                    </a:cubicBezTo>
                    <a:lnTo>
                      <a:pt x="18252" y="338640"/>
                    </a:lnTo>
                    <a:cubicBezTo>
                      <a:pt x="17500" y="337136"/>
                      <a:pt x="16832" y="335299"/>
                      <a:pt x="16080" y="333461"/>
                    </a:cubicBezTo>
                    <a:lnTo>
                      <a:pt x="15161" y="331205"/>
                    </a:lnTo>
                    <a:cubicBezTo>
                      <a:pt x="13073" y="326026"/>
                      <a:pt x="11319" y="321014"/>
                      <a:pt x="9732" y="315919"/>
                    </a:cubicBezTo>
                    <a:cubicBezTo>
                      <a:pt x="8144" y="310657"/>
                      <a:pt x="6724" y="305478"/>
                      <a:pt x="5471" y="300299"/>
                    </a:cubicBezTo>
                    <a:cubicBezTo>
                      <a:pt x="4135" y="294702"/>
                      <a:pt x="3132" y="289523"/>
                      <a:pt x="2381" y="284595"/>
                    </a:cubicBezTo>
                    <a:cubicBezTo>
                      <a:pt x="1712" y="279666"/>
                      <a:pt x="1211" y="274988"/>
                      <a:pt x="710" y="270143"/>
                    </a:cubicBezTo>
                    <a:cubicBezTo>
                      <a:pt x="626" y="269475"/>
                      <a:pt x="543" y="268890"/>
                      <a:pt x="543" y="268306"/>
                    </a:cubicBezTo>
                    <a:cubicBezTo>
                      <a:pt x="376" y="265967"/>
                      <a:pt x="209" y="263544"/>
                      <a:pt x="125" y="261122"/>
                    </a:cubicBezTo>
                    <a:cubicBezTo>
                      <a:pt x="-42" y="256444"/>
                      <a:pt x="-42" y="251850"/>
                      <a:pt x="125" y="247255"/>
                    </a:cubicBezTo>
                    <a:lnTo>
                      <a:pt x="459" y="241826"/>
                    </a:lnTo>
                    <a:cubicBezTo>
                      <a:pt x="459" y="241074"/>
                      <a:pt x="459" y="239904"/>
                      <a:pt x="626" y="238735"/>
                    </a:cubicBezTo>
                    <a:lnTo>
                      <a:pt x="626" y="237399"/>
                    </a:lnTo>
                    <a:cubicBezTo>
                      <a:pt x="794" y="235811"/>
                      <a:pt x="1044" y="234141"/>
                      <a:pt x="1211" y="232554"/>
                    </a:cubicBezTo>
                    <a:cubicBezTo>
                      <a:pt x="1211" y="232220"/>
                      <a:pt x="1295" y="231551"/>
                      <a:pt x="1378" y="230966"/>
                    </a:cubicBezTo>
                    <a:lnTo>
                      <a:pt x="1378" y="229964"/>
                    </a:lnTo>
                    <a:cubicBezTo>
                      <a:pt x="1545" y="229213"/>
                      <a:pt x="1629" y="228544"/>
                      <a:pt x="1712" y="227959"/>
                    </a:cubicBezTo>
                    <a:lnTo>
                      <a:pt x="2130" y="224618"/>
                    </a:lnTo>
                    <a:cubicBezTo>
                      <a:pt x="2130" y="224200"/>
                      <a:pt x="2214" y="223783"/>
                      <a:pt x="2297" y="223365"/>
                    </a:cubicBezTo>
                    <a:lnTo>
                      <a:pt x="2548" y="222028"/>
                    </a:lnTo>
                    <a:cubicBezTo>
                      <a:pt x="2715" y="221277"/>
                      <a:pt x="2798" y="220525"/>
                      <a:pt x="2965" y="219773"/>
                    </a:cubicBezTo>
                    <a:cubicBezTo>
                      <a:pt x="2965" y="219021"/>
                      <a:pt x="3383" y="217518"/>
                      <a:pt x="3634" y="216098"/>
                    </a:cubicBezTo>
                    <a:lnTo>
                      <a:pt x="3884" y="214761"/>
                    </a:lnTo>
                    <a:cubicBezTo>
                      <a:pt x="4051" y="213675"/>
                      <a:pt x="4302" y="212423"/>
                      <a:pt x="4720" y="211169"/>
                    </a:cubicBezTo>
                    <a:cubicBezTo>
                      <a:pt x="4887" y="210752"/>
                      <a:pt x="4970" y="210167"/>
                      <a:pt x="5054" y="209666"/>
                    </a:cubicBezTo>
                    <a:cubicBezTo>
                      <a:pt x="5221" y="208580"/>
                      <a:pt x="5555" y="207410"/>
                      <a:pt x="5889" y="206158"/>
                    </a:cubicBezTo>
                    <a:cubicBezTo>
                      <a:pt x="6056" y="205322"/>
                      <a:pt x="6307" y="204570"/>
                      <a:pt x="6557" y="203818"/>
                    </a:cubicBezTo>
                    <a:lnTo>
                      <a:pt x="7226" y="201313"/>
                    </a:lnTo>
                    <a:cubicBezTo>
                      <a:pt x="7226" y="201313"/>
                      <a:pt x="7309" y="200811"/>
                      <a:pt x="7393" y="200561"/>
                    </a:cubicBezTo>
                    <a:cubicBezTo>
                      <a:pt x="8061" y="198389"/>
                      <a:pt x="8729" y="196217"/>
                      <a:pt x="9481" y="194129"/>
                    </a:cubicBezTo>
                    <a:lnTo>
                      <a:pt x="19755" y="196551"/>
                    </a:lnTo>
                    <a:lnTo>
                      <a:pt x="9815" y="193377"/>
                    </a:lnTo>
                    <a:lnTo>
                      <a:pt x="10316" y="191957"/>
                    </a:lnTo>
                    <a:cubicBezTo>
                      <a:pt x="10650" y="190955"/>
                      <a:pt x="11235" y="189368"/>
                      <a:pt x="11820" y="187948"/>
                    </a:cubicBezTo>
                    <a:cubicBezTo>
                      <a:pt x="12237" y="186862"/>
                      <a:pt x="12655" y="185692"/>
                      <a:pt x="13156" y="184523"/>
                    </a:cubicBezTo>
                    <a:cubicBezTo>
                      <a:pt x="13240" y="184189"/>
                      <a:pt x="13407" y="183855"/>
                      <a:pt x="13490" y="183604"/>
                    </a:cubicBezTo>
                    <a:lnTo>
                      <a:pt x="13992" y="182518"/>
                    </a:lnTo>
                    <a:cubicBezTo>
                      <a:pt x="14576" y="181265"/>
                      <a:pt x="15078" y="180096"/>
                      <a:pt x="15662" y="178926"/>
                    </a:cubicBezTo>
                    <a:lnTo>
                      <a:pt x="15996" y="178007"/>
                    </a:lnTo>
                    <a:cubicBezTo>
                      <a:pt x="16331" y="177339"/>
                      <a:pt x="16581" y="176587"/>
                      <a:pt x="16915" y="175919"/>
                    </a:cubicBezTo>
                    <a:cubicBezTo>
                      <a:pt x="16999" y="175585"/>
                      <a:pt x="17333" y="175000"/>
                      <a:pt x="17751" y="174248"/>
                    </a:cubicBezTo>
                    <a:cubicBezTo>
                      <a:pt x="17834" y="173997"/>
                      <a:pt x="17918" y="173831"/>
                      <a:pt x="18085" y="173580"/>
                    </a:cubicBezTo>
                    <a:cubicBezTo>
                      <a:pt x="18669" y="172327"/>
                      <a:pt x="19254" y="171158"/>
                      <a:pt x="20006" y="169988"/>
                    </a:cubicBezTo>
                    <a:lnTo>
                      <a:pt x="21175" y="167900"/>
                    </a:lnTo>
                    <a:cubicBezTo>
                      <a:pt x="21927" y="166480"/>
                      <a:pt x="22428" y="165477"/>
                      <a:pt x="23013" y="164559"/>
                    </a:cubicBezTo>
                    <a:cubicBezTo>
                      <a:pt x="23264" y="164058"/>
                      <a:pt x="23932" y="162888"/>
                      <a:pt x="24517" y="161969"/>
                    </a:cubicBezTo>
                    <a:cubicBezTo>
                      <a:pt x="25101" y="160883"/>
                      <a:pt x="25770" y="159881"/>
                      <a:pt x="26438" y="158878"/>
                    </a:cubicBezTo>
                    <a:cubicBezTo>
                      <a:pt x="26438" y="158878"/>
                      <a:pt x="26939" y="158127"/>
                      <a:pt x="26939" y="158127"/>
                    </a:cubicBezTo>
                    <a:cubicBezTo>
                      <a:pt x="27440" y="157291"/>
                      <a:pt x="28025" y="156539"/>
                      <a:pt x="28610" y="155704"/>
                    </a:cubicBezTo>
                    <a:lnTo>
                      <a:pt x="28610" y="155704"/>
                    </a:lnTo>
                    <a:cubicBezTo>
                      <a:pt x="28610" y="155704"/>
                      <a:pt x="28693" y="155537"/>
                      <a:pt x="28777" y="155453"/>
                    </a:cubicBezTo>
                    <a:cubicBezTo>
                      <a:pt x="28860" y="155203"/>
                      <a:pt x="29027" y="155036"/>
                      <a:pt x="29195" y="154869"/>
                    </a:cubicBezTo>
                    <a:cubicBezTo>
                      <a:pt x="29195" y="154869"/>
                      <a:pt x="29278" y="154701"/>
                      <a:pt x="29362" y="154618"/>
                    </a:cubicBezTo>
                    <a:lnTo>
                      <a:pt x="30113" y="153449"/>
                    </a:lnTo>
                    <a:cubicBezTo>
                      <a:pt x="30447" y="152864"/>
                      <a:pt x="30782" y="152363"/>
                      <a:pt x="31116" y="152029"/>
                    </a:cubicBezTo>
                    <a:cubicBezTo>
                      <a:pt x="31366" y="151611"/>
                      <a:pt x="31617" y="151193"/>
                      <a:pt x="32035" y="150776"/>
                    </a:cubicBezTo>
                    <a:cubicBezTo>
                      <a:pt x="32786" y="149690"/>
                      <a:pt x="33622" y="148687"/>
                      <a:pt x="34457" y="147601"/>
                    </a:cubicBezTo>
                    <a:lnTo>
                      <a:pt x="35042" y="146849"/>
                    </a:lnTo>
                    <a:cubicBezTo>
                      <a:pt x="35042" y="146849"/>
                      <a:pt x="35626" y="146014"/>
                      <a:pt x="36044" y="145597"/>
                    </a:cubicBezTo>
                    <a:lnTo>
                      <a:pt x="36044" y="145597"/>
                    </a:lnTo>
                    <a:cubicBezTo>
                      <a:pt x="36044" y="145597"/>
                      <a:pt x="36211" y="145346"/>
                      <a:pt x="36378" y="145179"/>
                    </a:cubicBezTo>
                    <a:cubicBezTo>
                      <a:pt x="36462" y="145012"/>
                      <a:pt x="36629" y="144845"/>
                      <a:pt x="36796" y="144678"/>
                    </a:cubicBezTo>
                    <a:cubicBezTo>
                      <a:pt x="37130" y="144260"/>
                      <a:pt x="37464" y="143926"/>
                      <a:pt x="37798" y="143592"/>
                    </a:cubicBezTo>
                    <a:cubicBezTo>
                      <a:pt x="38467" y="142840"/>
                      <a:pt x="38884" y="142422"/>
                      <a:pt x="39218" y="142005"/>
                    </a:cubicBezTo>
                    <a:cubicBezTo>
                      <a:pt x="40137" y="140835"/>
                      <a:pt x="41140" y="139582"/>
                      <a:pt x="42142" y="138496"/>
                    </a:cubicBezTo>
                    <a:cubicBezTo>
                      <a:pt x="42309" y="138329"/>
                      <a:pt x="42476" y="138079"/>
                      <a:pt x="42727" y="137828"/>
                    </a:cubicBezTo>
                    <a:cubicBezTo>
                      <a:pt x="43896" y="136491"/>
                      <a:pt x="45149" y="135155"/>
                      <a:pt x="46402" y="133902"/>
                    </a:cubicBezTo>
                    <a:cubicBezTo>
                      <a:pt x="46653" y="133568"/>
                      <a:pt x="47237" y="132983"/>
                      <a:pt x="47989" y="132315"/>
                    </a:cubicBezTo>
                    <a:cubicBezTo>
                      <a:pt x="48825" y="131480"/>
                      <a:pt x="49660" y="130561"/>
                      <a:pt x="50579" y="129809"/>
                    </a:cubicBezTo>
                    <a:cubicBezTo>
                      <a:pt x="50746" y="129559"/>
                      <a:pt x="51163" y="129224"/>
                      <a:pt x="51665" y="128807"/>
                    </a:cubicBezTo>
                    <a:cubicBezTo>
                      <a:pt x="51665" y="128807"/>
                      <a:pt x="51748" y="128639"/>
                      <a:pt x="51832" y="128639"/>
                    </a:cubicBezTo>
                    <a:cubicBezTo>
                      <a:pt x="52249" y="128138"/>
                      <a:pt x="52751" y="127637"/>
                      <a:pt x="53335" y="127219"/>
                    </a:cubicBezTo>
                    <a:cubicBezTo>
                      <a:pt x="53753" y="126802"/>
                      <a:pt x="54171" y="126468"/>
                      <a:pt x="54505" y="126217"/>
                    </a:cubicBezTo>
                    <a:cubicBezTo>
                      <a:pt x="54839" y="125883"/>
                      <a:pt x="55173" y="125632"/>
                      <a:pt x="55507" y="125382"/>
                    </a:cubicBezTo>
                    <a:cubicBezTo>
                      <a:pt x="59099" y="122208"/>
                      <a:pt x="62273" y="119701"/>
                      <a:pt x="65113" y="117530"/>
                    </a:cubicBezTo>
                    <a:cubicBezTo>
                      <a:pt x="63610" y="110764"/>
                      <a:pt x="62858" y="103914"/>
                      <a:pt x="62858" y="97064"/>
                    </a:cubicBezTo>
                    <a:cubicBezTo>
                      <a:pt x="62858" y="43520"/>
                      <a:pt x="107464" y="0"/>
                      <a:pt x="162345" y="0"/>
                    </a:cubicBezTo>
                    <a:cubicBezTo>
                      <a:pt x="217226" y="0"/>
                      <a:pt x="261832" y="43520"/>
                      <a:pt x="261832" y="97064"/>
                    </a:cubicBezTo>
                    <a:cubicBezTo>
                      <a:pt x="261832" y="130394"/>
                      <a:pt x="243956" y="161718"/>
                      <a:pt x="214970" y="179427"/>
                    </a:cubicBezTo>
                    <a:cubicBezTo>
                      <a:pt x="201104" y="197470"/>
                      <a:pt x="183312" y="213425"/>
                      <a:pt x="164600" y="224535"/>
                    </a:cubicBezTo>
                    <a:cubicBezTo>
                      <a:pt x="161760" y="227208"/>
                      <a:pt x="136951" y="250931"/>
                      <a:pt x="144051" y="273819"/>
                    </a:cubicBezTo>
                    <a:cubicBezTo>
                      <a:pt x="157166" y="316002"/>
                      <a:pt x="158168" y="360525"/>
                      <a:pt x="78144" y="399869"/>
                    </a:cubicBezTo>
                    <a:cubicBezTo>
                      <a:pt x="76724" y="400537"/>
                      <a:pt x="75137" y="400955"/>
                      <a:pt x="73550" y="400955"/>
                    </a:cubicBezTo>
                    <a:close/>
                    <a:moveTo>
                      <a:pt x="66868" y="378318"/>
                    </a:moveTo>
                    <a:cubicBezTo>
                      <a:pt x="68538" y="378651"/>
                      <a:pt x="70042" y="378986"/>
                      <a:pt x="71712" y="379320"/>
                    </a:cubicBezTo>
                    <a:cubicBezTo>
                      <a:pt x="137870" y="345823"/>
                      <a:pt x="134111" y="313079"/>
                      <a:pt x="123837" y="279750"/>
                    </a:cubicBezTo>
                    <a:cubicBezTo>
                      <a:pt x="112643" y="243664"/>
                      <a:pt x="147643" y="210083"/>
                      <a:pt x="152739" y="206826"/>
                    </a:cubicBezTo>
                    <a:cubicBezTo>
                      <a:pt x="170281" y="196551"/>
                      <a:pt x="186653" y="181683"/>
                      <a:pt x="199266" y="164893"/>
                    </a:cubicBezTo>
                    <a:cubicBezTo>
                      <a:pt x="200102" y="163807"/>
                      <a:pt x="201187" y="162804"/>
                      <a:pt x="202357" y="162136"/>
                    </a:cubicBezTo>
                    <a:cubicBezTo>
                      <a:pt x="226331" y="148186"/>
                      <a:pt x="240698" y="123795"/>
                      <a:pt x="240698" y="96730"/>
                    </a:cubicBezTo>
                    <a:cubicBezTo>
                      <a:pt x="240698" y="54714"/>
                      <a:pt x="205448" y="20549"/>
                      <a:pt x="162094" y="20549"/>
                    </a:cubicBezTo>
                    <a:cubicBezTo>
                      <a:pt x="118741" y="20549"/>
                      <a:pt x="83491" y="54714"/>
                      <a:pt x="83491" y="96730"/>
                    </a:cubicBezTo>
                    <a:cubicBezTo>
                      <a:pt x="83491" y="103998"/>
                      <a:pt x="84576" y="111348"/>
                      <a:pt x="86748" y="118449"/>
                    </a:cubicBezTo>
                    <a:cubicBezTo>
                      <a:pt x="88085" y="122709"/>
                      <a:pt x="86498" y="127387"/>
                      <a:pt x="82822" y="129976"/>
                    </a:cubicBezTo>
                    <a:lnTo>
                      <a:pt x="79230" y="132566"/>
                    </a:lnTo>
                    <a:cubicBezTo>
                      <a:pt x="79230" y="132566"/>
                      <a:pt x="78479" y="133067"/>
                      <a:pt x="78395" y="133150"/>
                    </a:cubicBezTo>
                    <a:cubicBezTo>
                      <a:pt x="75388" y="135406"/>
                      <a:pt x="71879" y="138079"/>
                      <a:pt x="68371" y="141253"/>
                    </a:cubicBezTo>
                    <a:cubicBezTo>
                      <a:pt x="68204" y="141420"/>
                      <a:pt x="68037" y="141587"/>
                      <a:pt x="67786" y="141754"/>
                    </a:cubicBezTo>
                    <a:cubicBezTo>
                      <a:pt x="67452" y="142172"/>
                      <a:pt x="67035" y="142506"/>
                      <a:pt x="66617" y="142840"/>
                    </a:cubicBezTo>
                    <a:cubicBezTo>
                      <a:pt x="66533" y="142924"/>
                      <a:pt x="66450" y="143091"/>
                      <a:pt x="66283" y="143174"/>
                    </a:cubicBezTo>
                    <a:cubicBezTo>
                      <a:pt x="66116" y="143341"/>
                      <a:pt x="65865" y="143592"/>
                      <a:pt x="65615" y="143759"/>
                    </a:cubicBezTo>
                    <a:cubicBezTo>
                      <a:pt x="65197" y="144093"/>
                      <a:pt x="64863" y="144427"/>
                      <a:pt x="64445" y="144845"/>
                    </a:cubicBezTo>
                    <a:cubicBezTo>
                      <a:pt x="63526" y="145680"/>
                      <a:pt x="63109" y="146181"/>
                      <a:pt x="62691" y="146599"/>
                    </a:cubicBezTo>
                    <a:cubicBezTo>
                      <a:pt x="62357" y="146933"/>
                      <a:pt x="62023" y="147351"/>
                      <a:pt x="61605" y="147685"/>
                    </a:cubicBezTo>
                    <a:cubicBezTo>
                      <a:pt x="61354" y="147935"/>
                      <a:pt x="61187" y="148186"/>
                      <a:pt x="60937" y="148353"/>
                    </a:cubicBezTo>
                    <a:cubicBezTo>
                      <a:pt x="59767" y="149522"/>
                      <a:pt x="58765" y="150608"/>
                      <a:pt x="57846" y="151611"/>
                    </a:cubicBezTo>
                    <a:cubicBezTo>
                      <a:pt x="57679" y="151778"/>
                      <a:pt x="57512" y="151945"/>
                      <a:pt x="57345" y="152112"/>
                    </a:cubicBezTo>
                    <a:cubicBezTo>
                      <a:pt x="56510" y="153114"/>
                      <a:pt x="55758" y="154034"/>
                      <a:pt x="55006" y="155036"/>
                    </a:cubicBezTo>
                    <a:cubicBezTo>
                      <a:pt x="54755" y="155370"/>
                      <a:pt x="54421" y="155704"/>
                      <a:pt x="54171" y="156038"/>
                    </a:cubicBezTo>
                    <a:cubicBezTo>
                      <a:pt x="53502" y="156790"/>
                      <a:pt x="53085" y="157208"/>
                      <a:pt x="52751" y="157625"/>
                    </a:cubicBezTo>
                    <a:cubicBezTo>
                      <a:pt x="52583" y="157876"/>
                      <a:pt x="52333" y="158210"/>
                      <a:pt x="51999" y="158544"/>
                    </a:cubicBezTo>
                    <a:cubicBezTo>
                      <a:pt x="51999" y="158544"/>
                      <a:pt x="51999" y="158544"/>
                      <a:pt x="51915" y="158628"/>
                    </a:cubicBezTo>
                    <a:lnTo>
                      <a:pt x="51331" y="159379"/>
                    </a:lnTo>
                    <a:cubicBezTo>
                      <a:pt x="51331" y="159379"/>
                      <a:pt x="50829" y="160048"/>
                      <a:pt x="50746" y="160131"/>
                    </a:cubicBezTo>
                    <a:cubicBezTo>
                      <a:pt x="49994" y="161134"/>
                      <a:pt x="49242" y="162052"/>
                      <a:pt x="48574" y="163055"/>
                    </a:cubicBezTo>
                    <a:cubicBezTo>
                      <a:pt x="48574" y="163055"/>
                      <a:pt x="48574" y="163055"/>
                      <a:pt x="48490" y="163138"/>
                    </a:cubicBezTo>
                    <a:cubicBezTo>
                      <a:pt x="48156" y="163723"/>
                      <a:pt x="47739" y="164308"/>
                      <a:pt x="47321" y="164809"/>
                    </a:cubicBezTo>
                    <a:lnTo>
                      <a:pt x="46653" y="165811"/>
                    </a:lnTo>
                    <a:cubicBezTo>
                      <a:pt x="46653" y="165811"/>
                      <a:pt x="46486" y="166146"/>
                      <a:pt x="46402" y="166313"/>
                    </a:cubicBezTo>
                    <a:cubicBezTo>
                      <a:pt x="45901" y="167148"/>
                      <a:pt x="45400" y="167816"/>
                      <a:pt x="44815" y="168568"/>
                    </a:cubicBezTo>
                    <a:cubicBezTo>
                      <a:pt x="44648" y="168735"/>
                      <a:pt x="44481" y="169069"/>
                      <a:pt x="44314" y="169320"/>
                    </a:cubicBezTo>
                    <a:lnTo>
                      <a:pt x="43729" y="170239"/>
                    </a:lnTo>
                    <a:cubicBezTo>
                      <a:pt x="43311" y="170824"/>
                      <a:pt x="42810" y="171659"/>
                      <a:pt x="42309" y="172494"/>
                    </a:cubicBezTo>
                    <a:cubicBezTo>
                      <a:pt x="41808" y="173329"/>
                      <a:pt x="41307" y="174165"/>
                      <a:pt x="40889" y="175000"/>
                    </a:cubicBezTo>
                    <a:cubicBezTo>
                      <a:pt x="40221" y="176003"/>
                      <a:pt x="39970" y="176587"/>
                      <a:pt x="39720" y="177089"/>
                    </a:cubicBezTo>
                    <a:cubicBezTo>
                      <a:pt x="39720" y="177089"/>
                      <a:pt x="39385" y="177756"/>
                      <a:pt x="39302" y="177840"/>
                    </a:cubicBezTo>
                    <a:lnTo>
                      <a:pt x="38049" y="180096"/>
                    </a:lnTo>
                    <a:cubicBezTo>
                      <a:pt x="37548" y="180931"/>
                      <a:pt x="37214" y="181683"/>
                      <a:pt x="36880" y="182434"/>
                    </a:cubicBezTo>
                    <a:cubicBezTo>
                      <a:pt x="36880" y="182601"/>
                      <a:pt x="36712" y="182769"/>
                      <a:pt x="36629" y="182935"/>
                    </a:cubicBezTo>
                    <a:cubicBezTo>
                      <a:pt x="36378" y="183520"/>
                      <a:pt x="36044" y="184105"/>
                      <a:pt x="35710" y="184606"/>
                    </a:cubicBezTo>
                    <a:lnTo>
                      <a:pt x="34457" y="187697"/>
                    </a:lnTo>
                    <a:cubicBezTo>
                      <a:pt x="33872" y="188866"/>
                      <a:pt x="33538" y="189785"/>
                      <a:pt x="33120" y="190621"/>
                    </a:cubicBezTo>
                    <a:lnTo>
                      <a:pt x="32870" y="191122"/>
                    </a:lnTo>
                    <a:cubicBezTo>
                      <a:pt x="32870" y="191122"/>
                      <a:pt x="32703" y="191539"/>
                      <a:pt x="32619" y="191790"/>
                    </a:cubicBezTo>
                    <a:cubicBezTo>
                      <a:pt x="32202" y="192792"/>
                      <a:pt x="31700" y="193962"/>
                      <a:pt x="31283" y="195215"/>
                    </a:cubicBezTo>
                    <a:cubicBezTo>
                      <a:pt x="30782" y="196468"/>
                      <a:pt x="30364" y="197637"/>
                      <a:pt x="29946" y="198723"/>
                    </a:cubicBezTo>
                    <a:cubicBezTo>
                      <a:pt x="29445" y="200227"/>
                      <a:pt x="29195" y="200895"/>
                      <a:pt x="28944" y="201480"/>
                    </a:cubicBezTo>
                    <a:cubicBezTo>
                      <a:pt x="28610" y="202482"/>
                      <a:pt x="28109" y="204069"/>
                      <a:pt x="27607" y="205656"/>
                    </a:cubicBezTo>
                    <a:cubicBezTo>
                      <a:pt x="27607" y="205824"/>
                      <a:pt x="27524" y="205990"/>
                      <a:pt x="27440" y="206241"/>
                    </a:cubicBezTo>
                    <a:lnTo>
                      <a:pt x="26438" y="209833"/>
                    </a:lnTo>
                    <a:cubicBezTo>
                      <a:pt x="26354" y="210418"/>
                      <a:pt x="26104" y="211253"/>
                      <a:pt x="25853" y="211838"/>
                    </a:cubicBezTo>
                    <a:cubicBezTo>
                      <a:pt x="25686" y="212339"/>
                      <a:pt x="25519" y="212924"/>
                      <a:pt x="25436" y="213341"/>
                    </a:cubicBezTo>
                    <a:cubicBezTo>
                      <a:pt x="25185" y="214594"/>
                      <a:pt x="24934" y="215680"/>
                      <a:pt x="24600" y="216849"/>
                    </a:cubicBezTo>
                    <a:cubicBezTo>
                      <a:pt x="24433" y="217351"/>
                      <a:pt x="24350" y="217852"/>
                      <a:pt x="24266" y="218354"/>
                    </a:cubicBezTo>
                    <a:lnTo>
                      <a:pt x="23932" y="220107"/>
                    </a:lnTo>
                    <a:cubicBezTo>
                      <a:pt x="23681" y="221110"/>
                      <a:pt x="23514" y="222196"/>
                      <a:pt x="23347" y="223198"/>
                    </a:cubicBezTo>
                    <a:lnTo>
                      <a:pt x="23013" y="225286"/>
                    </a:lnTo>
                    <a:cubicBezTo>
                      <a:pt x="22930" y="225787"/>
                      <a:pt x="22846" y="226372"/>
                      <a:pt x="22679" y="226873"/>
                    </a:cubicBezTo>
                    <a:cubicBezTo>
                      <a:pt x="22679" y="227291"/>
                      <a:pt x="22595" y="227792"/>
                      <a:pt x="22512" y="228210"/>
                    </a:cubicBezTo>
                    <a:cubicBezTo>
                      <a:pt x="22345" y="229547"/>
                      <a:pt x="22261" y="230215"/>
                      <a:pt x="22178" y="230800"/>
                    </a:cubicBezTo>
                    <a:cubicBezTo>
                      <a:pt x="22011" y="232052"/>
                      <a:pt x="21927" y="232721"/>
                      <a:pt x="21844" y="233389"/>
                    </a:cubicBezTo>
                    <a:lnTo>
                      <a:pt x="21844" y="234392"/>
                    </a:lnTo>
                    <a:cubicBezTo>
                      <a:pt x="21509" y="235979"/>
                      <a:pt x="21426" y="237231"/>
                      <a:pt x="21343" y="238401"/>
                    </a:cubicBezTo>
                    <a:lnTo>
                      <a:pt x="21343" y="240155"/>
                    </a:lnTo>
                    <a:cubicBezTo>
                      <a:pt x="21175" y="240823"/>
                      <a:pt x="21092" y="241408"/>
                      <a:pt x="21092" y="242076"/>
                    </a:cubicBezTo>
                    <a:lnTo>
                      <a:pt x="20758" y="247924"/>
                    </a:lnTo>
                    <a:cubicBezTo>
                      <a:pt x="20591" y="251850"/>
                      <a:pt x="20591" y="255943"/>
                      <a:pt x="20758" y="260120"/>
                    </a:cubicBezTo>
                    <a:cubicBezTo>
                      <a:pt x="20758" y="262375"/>
                      <a:pt x="21008" y="264630"/>
                      <a:pt x="21092" y="266969"/>
                    </a:cubicBezTo>
                    <a:lnTo>
                      <a:pt x="21092" y="266969"/>
                    </a:lnTo>
                    <a:cubicBezTo>
                      <a:pt x="21092" y="266969"/>
                      <a:pt x="21092" y="267554"/>
                      <a:pt x="21175" y="267804"/>
                    </a:cubicBezTo>
                    <a:cubicBezTo>
                      <a:pt x="21593" y="272399"/>
                      <a:pt x="22094" y="276826"/>
                      <a:pt x="22679" y="281337"/>
                    </a:cubicBezTo>
                    <a:cubicBezTo>
                      <a:pt x="23347" y="285597"/>
                      <a:pt x="24183" y="290191"/>
                      <a:pt x="25436" y="295203"/>
                    </a:cubicBezTo>
                    <a:cubicBezTo>
                      <a:pt x="26521" y="299964"/>
                      <a:pt x="27858" y="304642"/>
                      <a:pt x="29278" y="309403"/>
                    </a:cubicBezTo>
                    <a:cubicBezTo>
                      <a:pt x="30782" y="313914"/>
                      <a:pt x="32369" y="318509"/>
                      <a:pt x="34206" y="323103"/>
                    </a:cubicBezTo>
                    <a:lnTo>
                      <a:pt x="35209" y="325525"/>
                    </a:lnTo>
                    <a:cubicBezTo>
                      <a:pt x="35794" y="326945"/>
                      <a:pt x="36378" y="328449"/>
                      <a:pt x="37046" y="329869"/>
                    </a:cubicBezTo>
                    <a:lnTo>
                      <a:pt x="38132" y="332291"/>
                    </a:lnTo>
                    <a:cubicBezTo>
                      <a:pt x="38383" y="332792"/>
                      <a:pt x="38884" y="333878"/>
                      <a:pt x="39385" y="334881"/>
                    </a:cubicBezTo>
                    <a:cubicBezTo>
                      <a:pt x="40722" y="337721"/>
                      <a:pt x="42226" y="340728"/>
                      <a:pt x="43729" y="343568"/>
                    </a:cubicBezTo>
                    <a:lnTo>
                      <a:pt x="49994" y="354595"/>
                    </a:lnTo>
                    <a:cubicBezTo>
                      <a:pt x="49994" y="354595"/>
                      <a:pt x="49994" y="354595"/>
                      <a:pt x="49994" y="354678"/>
                    </a:cubicBezTo>
                    <a:cubicBezTo>
                      <a:pt x="50412" y="355263"/>
                      <a:pt x="50829" y="355847"/>
                      <a:pt x="51163" y="356516"/>
                    </a:cubicBezTo>
                    <a:cubicBezTo>
                      <a:pt x="51163" y="356599"/>
                      <a:pt x="51247" y="356683"/>
                      <a:pt x="51331" y="356766"/>
                    </a:cubicBezTo>
                    <a:cubicBezTo>
                      <a:pt x="52333" y="358437"/>
                      <a:pt x="53419" y="360024"/>
                      <a:pt x="54505" y="361611"/>
                    </a:cubicBezTo>
                    <a:lnTo>
                      <a:pt x="55591" y="363282"/>
                    </a:lnTo>
                    <a:cubicBezTo>
                      <a:pt x="57428" y="365955"/>
                      <a:pt x="59433" y="368795"/>
                      <a:pt x="61522" y="371635"/>
                    </a:cubicBezTo>
                    <a:cubicBezTo>
                      <a:pt x="61772" y="371969"/>
                      <a:pt x="62023" y="372220"/>
                      <a:pt x="62190" y="372470"/>
                    </a:cubicBezTo>
                    <a:cubicBezTo>
                      <a:pt x="63025" y="373723"/>
                      <a:pt x="63944" y="374893"/>
                      <a:pt x="64946" y="376146"/>
                    </a:cubicBezTo>
                    <a:cubicBezTo>
                      <a:pt x="65531" y="376814"/>
                      <a:pt x="66032" y="377566"/>
                      <a:pt x="66617" y="378234"/>
                    </a:cubicBezTo>
                    <a:close/>
                    <a:moveTo>
                      <a:pt x="50829" y="356015"/>
                    </a:moveTo>
                    <a:cubicBezTo>
                      <a:pt x="50829" y="356015"/>
                      <a:pt x="50996" y="356265"/>
                      <a:pt x="51080" y="356348"/>
                    </a:cubicBezTo>
                    <a:lnTo>
                      <a:pt x="51080" y="356348"/>
                    </a:lnTo>
                    <a:cubicBezTo>
                      <a:pt x="51080" y="356348"/>
                      <a:pt x="50913" y="356098"/>
                      <a:pt x="50829" y="356015"/>
                    </a:cubicBezTo>
                    <a:close/>
                    <a:moveTo>
                      <a:pt x="21343" y="267804"/>
                    </a:moveTo>
                    <a:cubicBezTo>
                      <a:pt x="21343" y="267804"/>
                      <a:pt x="21343" y="268138"/>
                      <a:pt x="21343" y="268222"/>
                    </a:cubicBezTo>
                    <a:cubicBezTo>
                      <a:pt x="21343" y="268138"/>
                      <a:pt x="21343" y="267971"/>
                      <a:pt x="21343" y="267804"/>
                    </a:cubicBezTo>
                    <a:close/>
                    <a:moveTo>
                      <a:pt x="20173" y="263795"/>
                    </a:moveTo>
                    <a:lnTo>
                      <a:pt x="20173" y="263795"/>
                    </a:lnTo>
                    <a:close/>
                    <a:moveTo>
                      <a:pt x="20173" y="263795"/>
                    </a:moveTo>
                    <a:lnTo>
                      <a:pt x="20173" y="263795"/>
                    </a:lnTo>
                    <a:cubicBezTo>
                      <a:pt x="20173" y="263795"/>
                      <a:pt x="20173" y="263795"/>
                      <a:pt x="20173" y="263795"/>
                    </a:cubicBezTo>
                    <a:close/>
                    <a:moveTo>
                      <a:pt x="47572" y="164308"/>
                    </a:moveTo>
                    <a:lnTo>
                      <a:pt x="47572" y="164308"/>
                    </a:lnTo>
                    <a:cubicBezTo>
                      <a:pt x="47572" y="164308"/>
                      <a:pt x="47572" y="164308"/>
                      <a:pt x="47572" y="164308"/>
                    </a:cubicBezTo>
                    <a:close/>
                    <a:moveTo>
                      <a:pt x="48323" y="163306"/>
                    </a:moveTo>
                    <a:cubicBezTo>
                      <a:pt x="48323" y="163306"/>
                      <a:pt x="48323" y="163306"/>
                      <a:pt x="48323" y="163306"/>
                    </a:cubicBezTo>
                    <a:cubicBezTo>
                      <a:pt x="48323" y="163306"/>
                      <a:pt x="48323" y="163306"/>
                      <a:pt x="48323" y="163306"/>
                    </a:cubicBezTo>
                    <a:close/>
                    <a:moveTo>
                      <a:pt x="48992" y="162387"/>
                    </a:moveTo>
                    <a:lnTo>
                      <a:pt x="48992" y="162387"/>
                    </a:lnTo>
                    <a:cubicBezTo>
                      <a:pt x="48992" y="162387"/>
                      <a:pt x="48992" y="162387"/>
                      <a:pt x="48992" y="162387"/>
                    </a:cubicBezTo>
                    <a:close/>
                    <a:moveTo>
                      <a:pt x="35794" y="145513"/>
                    </a:moveTo>
                    <a:cubicBezTo>
                      <a:pt x="35794" y="145513"/>
                      <a:pt x="35794" y="145513"/>
                      <a:pt x="35794" y="145513"/>
                    </a:cubicBezTo>
                    <a:cubicBezTo>
                      <a:pt x="35794" y="145513"/>
                      <a:pt x="35794" y="145513"/>
                      <a:pt x="35794" y="145513"/>
                    </a:cubicBezTo>
                    <a:close/>
                    <a:moveTo>
                      <a:pt x="36462" y="144594"/>
                    </a:moveTo>
                    <a:cubicBezTo>
                      <a:pt x="36462" y="144594"/>
                      <a:pt x="36295" y="144845"/>
                      <a:pt x="36211" y="144928"/>
                    </a:cubicBezTo>
                    <a:cubicBezTo>
                      <a:pt x="36211" y="144928"/>
                      <a:pt x="36295" y="144761"/>
                      <a:pt x="36378" y="144761"/>
                    </a:cubicBezTo>
                    <a:cubicBezTo>
                      <a:pt x="36378" y="144761"/>
                      <a:pt x="36378" y="144761"/>
                      <a:pt x="36378" y="1446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29"/>
              <p:cNvSpPr/>
              <p:nvPr/>
            </p:nvSpPr>
            <p:spPr>
              <a:xfrm>
                <a:off x="6144638" y="6143022"/>
                <a:ext cx="151314" cy="121898"/>
              </a:xfrm>
              <a:custGeom>
                <a:avLst/>
                <a:gdLst/>
                <a:ahLst/>
                <a:cxnLst/>
                <a:rect l="l" t="t" r="r" b="b"/>
                <a:pathLst>
                  <a:path w="151314" h="121898" extrusionOk="0">
                    <a:moveTo>
                      <a:pt x="140812" y="121899"/>
                    </a:moveTo>
                    <a:cubicBezTo>
                      <a:pt x="138557" y="121899"/>
                      <a:pt x="136302" y="121147"/>
                      <a:pt x="134464" y="119727"/>
                    </a:cubicBezTo>
                    <a:lnTo>
                      <a:pt x="4070" y="18653"/>
                    </a:lnTo>
                    <a:cubicBezTo>
                      <a:pt x="-524" y="15144"/>
                      <a:pt x="-1359" y="8545"/>
                      <a:pt x="2232" y="4035"/>
                    </a:cubicBezTo>
                    <a:cubicBezTo>
                      <a:pt x="5741" y="-559"/>
                      <a:pt x="12340" y="-1311"/>
                      <a:pt x="16851" y="2197"/>
                    </a:cubicBezTo>
                    <a:lnTo>
                      <a:pt x="147245" y="103271"/>
                    </a:lnTo>
                    <a:cubicBezTo>
                      <a:pt x="151839" y="106779"/>
                      <a:pt x="152674" y="113378"/>
                      <a:pt x="149082" y="117889"/>
                    </a:cubicBezTo>
                    <a:cubicBezTo>
                      <a:pt x="146994" y="120562"/>
                      <a:pt x="143903" y="121899"/>
                      <a:pt x="140812" y="12189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29"/>
              <p:cNvSpPr/>
              <p:nvPr/>
            </p:nvSpPr>
            <p:spPr>
              <a:xfrm>
                <a:off x="6095391" y="6246102"/>
                <a:ext cx="114987" cy="80214"/>
              </a:xfrm>
              <a:custGeom>
                <a:avLst/>
                <a:gdLst/>
                <a:ahLst/>
                <a:cxnLst/>
                <a:rect l="l" t="t" r="r" b="b"/>
                <a:pathLst>
                  <a:path w="114987" h="80214" extrusionOk="0">
                    <a:moveTo>
                      <a:pt x="104606" y="80214"/>
                    </a:moveTo>
                    <a:cubicBezTo>
                      <a:pt x="102685" y="80214"/>
                      <a:pt x="100763" y="79713"/>
                      <a:pt x="99009" y="78627"/>
                    </a:cubicBezTo>
                    <a:lnTo>
                      <a:pt x="4869" y="19236"/>
                    </a:lnTo>
                    <a:cubicBezTo>
                      <a:pt x="24" y="16145"/>
                      <a:pt x="-1480" y="9713"/>
                      <a:pt x="1611" y="4869"/>
                    </a:cubicBezTo>
                    <a:cubicBezTo>
                      <a:pt x="4701" y="24"/>
                      <a:pt x="11133" y="-1480"/>
                      <a:pt x="15978" y="1611"/>
                    </a:cubicBezTo>
                    <a:lnTo>
                      <a:pt x="110119" y="61002"/>
                    </a:lnTo>
                    <a:cubicBezTo>
                      <a:pt x="114964" y="64093"/>
                      <a:pt x="116468" y="70525"/>
                      <a:pt x="113377" y="75370"/>
                    </a:cubicBezTo>
                    <a:cubicBezTo>
                      <a:pt x="111372" y="78544"/>
                      <a:pt x="108031" y="80214"/>
                      <a:pt x="104523" y="802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29"/>
              <p:cNvSpPr/>
              <p:nvPr/>
            </p:nvSpPr>
            <p:spPr>
              <a:xfrm>
                <a:off x="6256851" y="5879753"/>
                <a:ext cx="58253" cy="37004"/>
              </a:xfrm>
              <a:custGeom>
                <a:avLst/>
                <a:gdLst/>
                <a:ahLst/>
                <a:cxnLst/>
                <a:rect l="l" t="t" r="r" b="b"/>
                <a:pathLst>
                  <a:path w="58253" h="37004" extrusionOk="0">
                    <a:moveTo>
                      <a:pt x="32609" y="0"/>
                    </a:moveTo>
                    <a:cubicBezTo>
                      <a:pt x="14733" y="13365"/>
                      <a:pt x="-8489" y="23556"/>
                      <a:pt x="3122" y="26062"/>
                    </a:cubicBezTo>
                    <a:cubicBezTo>
                      <a:pt x="32526" y="32327"/>
                      <a:pt x="58254" y="37005"/>
                      <a:pt x="58254" y="37005"/>
                    </a:cubicBezTo>
                    <a:lnTo>
                      <a:pt x="32526" y="0"/>
                    </a:lnTo>
                    <a:lnTo>
                      <a:pt x="32526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29"/>
              <p:cNvSpPr/>
              <p:nvPr/>
            </p:nvSpPr>
            <p:spPr>
              <a:xfrm>
                <a:off x="6246393" y="5869325"/>
                <a:ext cx="79269" cy="57874"/>
              </a:xfrm>
              <a:custGeom>
                <a:avLst/>
                <a:gdLst/>
                <a:ahLst/>
                <a:cxnLst/>
                <a:rect l="l" t="t" r="r" b="b"/>
                <a:pathLst>
                  <a:path w="79269" h="57874" extrusionOk="0">
                    <a:moveTo>
                      <a:pt x="68795" y="57874"/>
                    </a:moveTo>
                    <a:cubicBezTo>
                      <a:pt x="68211" y="57874"/>
                      <a:pt x="67542" y="57874"/>
                      <a:pt x="66874" y="57707"/>
                    </a:cubicBezTo>
                    <a:cubicBezTo>
                      <a:pt x="66623" y="57707"/>
                      <a:pt x="40645" y="52862"/>
                      <a:pt x="11408" y="46681"/>
                    </a:cubicBezTo>
                    <a:cubicBezTo>
                      <a:pt x="2638" y="44843"/>
                      <a:pt x="633" y="38829"/>
                      <a:pt x="215" y="36406"/>
                    </a:cubicBezTo>
                    <a:cubicBezTo>
                      <a:pt x="-1456" y="26967"/>
                      <a:pt x="6731" y="21705"/>
                      <a:pt x="20346" y="13101"/>
                    </a:cubicBezTo>
                    <a:cubicBezTo>
                      <a:pt x="25609" y="9760"/>
                      <a:pt x="31540" y="6000"/>
                      <a:pt x="36802" y="2075"/>
                    </a:cubicBezTo>
                    <a:cubicBezTo>
                      <a:pt x="39058" y="404"/>
                      <a:pt x="41981" y="-348"/>
                      <a:pt x="44738" y="153"/>
                    </a:cubicBezTo>
                    <a:cubicBezTo>
                      <a:pt x="47494" y="571"/>
                      <a:pt x="50000" y="2158"/>
                      <a:pt x="51671" y="4497"/>
                    </a:cubicBezTo>
                    <a:lnTo>
                      <a:pt x="77399" y="41502"/>
                    </a:lnTo>
                    <a:cubicBezTo>
                      <a:pt x="79821" y="45010"/>
                      <a:pt x="79905" y="49521"/>
                      <a:pt x="77566" y="53113"/>
                    </a:cubicBezTo>
                    <a:cubicBezTo>
                      <a:pt x="75645" y="56120"/>
                      <a:pt x="72304" y="57874"/>
                      <a:pt x="68795" y="57874"/>
                    </a:cubicBezTo>
                    <a:close/>
                    <a:moveTo>
                      <a:pt x="32960" y="29807"/>
                    </a:moveTo>
                    <a:cubicBezTo>
                      <a:pt x="37387" y="30726"/>
                      <a:pt x="41647" y="31561"/>
                      <a:pt x="45573" y="32313"/>
                    </a:cubicBezTo>
                    <a:lnTo>
                      <a:pt x="40478" y="24962"/>
                    </a:lnTo>
                    <a:cubicBezTo>
                      <a:pt x="37888" y="26633"/>
                      <a:pt x="35382" y="28220"/>
                      <a:pt x="32960" y="298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29"/>
              <p:cNvSpPr/>
              <p:nvPr/>
            </p:nvSpPr>
            <p:spPr>
              <a:xfrm>
                <a:off x="6334317" y="6194419"/>
                <a:ext cx="69749" cy="80598"/>
              </a:xfrm>
              <a:custGeom>
                <a:avLst/>
                <a:gdLst/>
                <a:ahLst/>
                <a:cxnLst/>
                <a:rect l="l" t="t" r="r" b="b"/>
                <a:pathLst>
                  <a:path w="69749" h="80598" extrusionOk="0">
                    <a:moveTo>
                      <a:pt x="0" y="0"/>
                    </a:moveTo>
                    <a:cubicBezTo>
                      <a:pt x="0" y="0"/>
                      <a:pt x="46026" y="91886"/>
                      <a:pt x="69081" y="79439"/>
                    </a:cubicBezTo>
                    <a:cubicBezTo>
                      <a:pt x="71337" y="48866"/>
                      <a:pt x="67160" y="11277"/>
                      <a:pt x="67160" y="11277"/>
                    </a:cubicBezTo>
                    <a:lnTo>
                      <a:pt x="26730" y="38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29"/>
              <p:cNvSpPr/>
              <p:nvPr/>
            </p:nvSpPr>
            <p:spPr>
              <a:xfrm>
                <a:off x="6323927" y="6183946"/>
                <a:ext cx="90632" cy="101523"/>
              </a:xfrm>
              <a:custGeom>
                <a:avLst/>
                <a:gdLst/>
                <a:ahLst/>
                <a:cxnLst/>
                <a:rect l="l" t="t" r="r" b="b"/>
                <a:pathLst>
                  <a:path w="90632" h="101523" extrusionOk="0">
                    <a:moveTo>
                      <a:pt x="74877" y="101524"/>
                    </a:moveTo>
                    <a:cubicBezTo>
                      <a:pt x="72705" y="101524"/>
                      <a:pt x="70366" y="101189"/>
                      <a:pt x="67777" y="100354"/>
                    </a:cubicBezTo>
                    <a:cubicBezTo>
                      <a:pt x="40629" y="91834"/>
                      <a:pt x="7466" y="27848"/>
                      <a:pt x="1118" y="15151"/>
                    </a:cubicBezTo>
                    <a:cubicBezTo>
                      <a:pt x="-636" y="11643"/>
                      <a:pt x="-302" y="7550"/>
                      <a:pt x="1953" y="4376"/>
                    </a:cubicBezTo>
                    <a:cubicBezTo>
                      <a:pt x="4209" y="1201"/>
                      <a:pt x="7967" y="-469"/>
                      <a:pt x="11893" y="115"/>
                    </a:cubicBezTo>
                    <a:lnTo>
                      <a:pt x="38624" y="3958"/>
                    </a:lnTo>
                    <a:lnTo>
                      <a:pt x="79471" y="11392"/>
                    </a:lnTo>
                    <a:cubicBezTo>
                      <a:pt x="83982" y="12228"/>
                      <a:pt x="87490" y="15903"/>
                      <a:pt x="87991" y="20497"/>
                    </a:cubicBezTo>
                    <a:cubicBezTo>
                      <a:pt x="88158" y="22084"/>
                      <a:pt x="92251" y="59423"/>
                      <a:pt x="89913" y="90581"/>
                    </a:cubicBezTo>
                    <a:cubicBezTo>
                      <a:pt x="89662" y="94173"/>
                      <a:pt x="87574" y="97347"/>
                      <a:pt x="84483" y="99017"/>
                    </a:cubicBezTo>
                    <a:cubicBezTo>
                      <a:pt x="82228" y="100271"/>
                      <a:pt x="78970" y="101440"/>
                      <a:pt x="74877" y="101440"/>
                    </a:cubicBezTo>
                    <a:close/>
                    <a:moveTo>
                      <a:pt x="29352" y="23755"/>
                    </a:moveTo>
                    <a:cubicBezTo>
                      <a:pt x="44053" y="49817"/>
                      <a:pt x="60092" y="71535"/>
                      <a:pt x="69614" y="78385"/>
                    </a:cubicBezTo>
                    <a:cubicBezTo>
                      <a:pt x="70115" y="60008"/>
                      <a:pt x="68779" y="40879"/>
                      <a:pt x="67944" y="30604"/>
                    </a:cubicBezTo>
                    <a:lnTo>
                      <a:pt x="29352" y="2375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29"/>
              <p:cNvSpPr/>
              <p:nvPr/>
            </p:nvSpPr>
            <p:spPr>
              <a:xfrm>
                <a:off x="6892729" y="6153321"/>
                <a:ext cx="108676" cy="691479"/>
              </a:xfrm>
              <a:custGeom>
                <a:avLst/>
                <a:gdLst/>
                <a:ahLst/>
                <a:cxnLst/>
                <a:rect l="l" t="t" r="r" b="b"/>
                <a:pathLst>
                  <a:path w="108676" h="691479" extrusionOk="0">
                    <a:moveTo>
                      <a:pt x="108677" y="691396"/>
                    </a:moveTo>
                    <a:lnTo>
                      <a:pt x="106756" y="691396"/>
                    </a:lnTo>
                    <a:cubicBezTo>
                      <a:pt x="80694" y="691396"/>
                      <a:pt x="55049" y="691396"/>
                      <a:pt x="29822" y="691480"/>
                    </a:cubicBezTo>
                    <a:lnTo>
                      <a:pt x="29822" y="690979"/>
                    </a:lnTo>
                    <a:cubicBezTo>
                      <a:pt x="27817" y="663998"/>
                      <a:pt x="25729" y="636850"/>
                      <a:pt x="23724" y="609535"/>
                    </a:cubicBezTo>
                    <a:cubicBezTo>
                      <a:pt x="21469" y="580299"/>
                      <a:pt x="19297" y="550979"/>
                      <a:pt x="17125" y="521910"/>
                    </a:cubicBezTo>
                    <a:cubicBezTo>
                      <a:pt x="16290" y="509631"/>
                      <a:pt x="15371" y="497518"/>
                      <a:pt x="14536" y="485406"/>
                    </a:cubicBezTo>
                    <a:cubicBezTo>
                      <a:pt x="13700" y="473795"/>
                      <a:pt x="12949" y="462184"/>
                      <a:pt x="12113" y="450657"/>
                    </a:cubicBezTo>
                    <a:cubicBezTo>
                      <a:pt x="11362" y="439547"/>
                      <a:pt x="10610" y="428520"/>
                      <a:pt x="9942" y="417578"/>
                    </a:cubicBezTo>
                    <a:cubicBezTo>
                      <a:pt x="7102" y="374475"/>
                      <a:pt x="4763" y="332960"/>
                      <a:pt x="3008" y="294117"/>
                    </a:cubicBezTo>
                    <a:cubicBezTo>
                      <a:pt x="2507" y="284010"/>
                      <a:pt x="2090" y="274069"/>
                      <a:pt x="1755" y="264379"/>
                    </a:cubicBezTo>
                    <a:cubicBezTo>
                      <a:pt x="1672" y="261540"/>
                      <a:pt x="1588" y="258699"/>
                      <a:pt x="1505" y="255859"/>
                    </a:cubicBezTo>
                    <a:cubicBezTo>
                      <a:pt x="1338" y="251850"/>
                      <a:pt x="1254" y="247840"/>
                      <a:pt x="1087" y="243914"/>
                    </a:cubicBezTo>
                    <a:lnTo>
                      <a:pt x="1087" y="242745"/>
                    </a:lnTo>
                    <a:cubicBezTo>
                      <a:pt x="920" y="236730"/>
                      <a:pt x="753" y="230800"/>
                      <a:pt x="586" y="224952"/>
                    </a:cubicBezTo>
                    <a:cubicBezTo>
                      <a:pt x="336" y="216766"/>
                      <a:pt x="168" y="208663"/>
                      <a:pt x="85" y="200895"/>
                    </a:cubicBezTo>
                    <a:cubicBezTo>
                      <a:pt x="85" y="198306"/>
                      <a:pt x="85" y="195716"/>
                      <a:pt x="85" y="193127"/>
                    </a:cubicBezTo>
                    <a:cubicBezTo>
                      <a:pt x="-333" y="148855"/>
                      <a:pt x="753" y="111432"/>
                      <a:pt x="4178" y="83449"/>
                    </a:cubicBezTo>
                    <a:lnTo>
                      <a:pt x="4178" y="83281"/>
                    </a:lnTo>
                    <a:cubicBezTo>
                      <a:pt x="4512" y="80859"/>
                      <a:pt x="4846" y="78604"/>
                      <a:pt x="5097" y="76349"/>
                    </a:cubicBezTo>
                    <a:lnTo>
                      <a:pt x="5097" y="76349"/>
                    </a:lnTo>
                    <a:cubicBezTo>
                      <a:pt x="7185" y="61730"/>
                      <a:pt x="9858" y="50119"/>
                      <a:pt x="13450" y="41933"/>
                    </a:cubicBezTo>
                    <a:cubicBezTo>
                      <a:pt x="13450" y="41933"/>
                      <a:pt x="13617" y="41515"/>
                      <a:pt x="13784" y="40931"/>
                    </a:cubicBezTo>
                    <a:cubicBezTo>
                      <a:pt x="15622" y="36838"/>
                      <a:pt x="16791" y="32912"/>
                      <a:pt x="17460" y="29236"/>
                    </a:cubicBezTo>
                    <a:cubicBezTo>
                      <a:pt x="21051" y="11527"/>
                      <a:pt x="14954" y="0"/>
                      <a:pt x="14954" y="0"/>
                    </a:cubicBezTo>
                    <a:lnTo>
                      <a:pt x="93725" y="0"/>
                    </a:lnTo>
                    <a:cubicBezTo>
                      <a:pt x="93725" y="0"/>
                      <a:pt x="97901" y="7768"/>
                      <a:pt x="97316" y="20382"/>
                    </a:cubicBezTo>
                    <a:cubicBezTo>
                      <a:pt x="97066" y="26563"/>
                      <a:pt x="95729" y="33830"/>
                      <a:pt x="92304" y="41933"/>
                    </a:cubicBezTo>
                    <a:cubicBezTo>
                      <a:pt x="88211" y="51122"/>
                      <a:pt x="85288" y="64821"/>
                      <a:pt x="83199" y="82279"/>
                    </a:cubicBezTo>
                    <a:cubicBezTo>
                      <a:pt x="82865" y="85370"/>
                      <a:pt x="82531" y="88544"/>
                      <a:pt x="82197" y="91886"/>
                    </a:cubicBezTo>
                    <a:cubicBezTo>
                      <a:pt x="82197" y="92136"/>
                      <a:pt x="82113" y="92387"/>
                      <a:pt x="82113" y="92637"/>
                    </a:cubicBezTo>
                    <a:lnTo>
                      <a:pt x="82113" y="92637"/>
                    </a:lnTo>
                    <a:cubicBezTo>
                      <a:pt x="81863" y="94559"/>
                      <a:pt x="81696" y="96396"/>
                      <a:pt x="81529" y="98401"/>
                    </a:cubicBezTo>
                    <a:cubicBezTo>
                      <a:pt x="71589" y="216098"/>
                      <a:pt x="91553" y="463270"/>
                      <a:pt x="108677" y="690895"/>
                    </a:cubicBezTo>
                    <a:cubicBezTo>
                      <a:pt x="108677" y="691062"/>
                      <a:pt x="108677" y="691230"/>
                      <a:pt x="108677" y="6913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29"/>
              <p:cNvSpPr/>
              <p:nvPr/>
            </p:nvSpPr>
            <p:spPr>
              <a:xfrm>
                <a:off x="6892797" y="6131686"/>
                <a:ext cx="1281655" cy="713115"/>
              </a:xfrm>
              <a:custGeom>
                <a:avLst/>
                <a:gdLst/>
                <a:ahLst/>
                <a:cxnLst/>
                <a:rect l="l" t="t" r="r" b="b"/>
                <a:pathLst>
                  <a:path w="1281655" h="713115" extrusionOk="0">
                    <a:moveTo>
                      <a:pt x="983108" y="322268"/>
                    </a:moveTo>
                    <a:cubicBezTo>
                      <a:pt x="983108" y="321433"/>
                      <a:pt x="983025" y="320513"/>
                      <a:pt x="982941" y="319678"/>
                    </a:cubicBezTo>
                    <a:cubicBezTo>
                      <a:pt x="982774" y="317339"/>
                      <a:pt x="982524" y="314917"/>
                      <a:pt x="982273" y="312578"/>
                    </a:cubicBezTo>
                    <a:lnTo>
                      <a:pt x="982273" y="312578"/>
                    </a:lnTo>
                    <a:cubicBezTo>
                      <a:pt x="982189" y="311325"/>
                      <a:pt x="981939" y="310155"/>
                      <a:pt x="981855" y="308986"/>
                    </a:cubicBezTo>
                    <a:cubicBezTo>
                      <a:pt x="970328" y="214845"/>
                      <a:pt x="952285" y="127804"/>
                      <a:pt x="924552" y="57637"/>
                    </a:cubicBezTo>
                    <a:lnTo>
                      <a:pt x="695256" y="47280"/>
                    </a:lnTo>
                    <a:lnTo>
                      <a:pt x="695089" y="47280"/>
                    </a:lnTo>
                    <a:lnTo>
                      <a:pt x="684480" y="46778"/>
                    </a:lnTo>
                    <a:lnTo>
                      <a:pt x="684397" y="46778"/>
                    </a:lnTo>
                    <a:lnTo>
                      <a:pt x="633526" y="44439"/>
                    </a:lnTo>
                    <a:lnTo>
                      <a:pt x="631521" y="44439"/>
                    </a:lnTo>
                    <a:cubicBezTo>
                      <a:pt x="631521" y="44439"/>
                      <a:pt x="525268" y="39428"/>
                      <a:pt x="525268" y="39428"/>
                    </a:cubicBezTo>
                    <a:lnTo>
                      <a:pt x="525184" y="39428"/>
                    </a:lnTo>
                    <a:lnTo>
                      <a:pt x="566282" y="37673"/>
                    </a:lnTo>
                    <a:lnTo>
                      <a:pt x="566199" y="37673"/>
                    </a:lnTo>
                    <a:lnTo>
                      <a:pt x="464206" y="33079"/>
                    </a:lnTo>
                    <a:lnTo>
                      <a:pt x="391533" y="29737"/>
                    </a:lnTo>
                    <a:lnTo>
                      <a:pt x="391449" y="29737"/>
                    </a:lnTo>
                    <a:lnTo>
                      <a:pt x="366389" y="28568"/>
                    </a:lnTo>
                    <a:lnTo>
                      <a:pt x="366306" y="28568"/>
                    </a:lnTo>
                    <a:lnTo>
                      <a:pt x="278847" y="24559"/>
                    </a:lnTo>
                    <a:lnTo>
                      <a:pt x="409910" y="16706"/>
                    </a:lnTo>
                    <a:lnTo>
                      <a:pt x="394874" y="16038"/>
                    </a:lnTo>
                    <a:lnTo>
                      <a:pt x="341079" y="13616"/>
                    </a:lnTo>
                    <a:lnTo>
                      <a:pt x="340996" y="13616"/>
                    </a:lnTo>
                    <a:lnTo>
                      <a:pt x="323203" y="12781"/>
                    </a:lnTo>
                    <a:lnTo>
                      <a:pt x="131831" y="4093"/>
                    </a:lnTo>
                    <a:lnTo>
                      <a:pt x="40447" y="0"/>
                    </a:lnTo>
                    <a:cubicBezTo>
                      <a:pt x="40279" y="585"/>
                      <a:pt x="38024" y="6265"/>
                      <a:pt x="35100" y="14033"/>
                    </a:cubicBezTo>
                    <a:cubicBezTo>
                      <a:pt x="35017" y="14451"/>
                      <a:pt x="34766" y="14869"/>
                      <a:pt x="34683" y="15203"/>
                    </a:cubicBezTo>
                    <a:cubicBezTo>
                      <a:pt x="33847" y="17208"/>
                      <a:pt x="33096" y="19380"/>
                      <a:pt x="32177" y="21635"/>
                    </a:cubicBezTo>
                    <a:cubicBezTo>
                      <a:pt x="28501" y="31408"/>
                      <a:pt x="24408" y="42602"/>
                      <a:pt x="21067" y="50871"/>
                    </a:cubicBezTo>
                    <a:cubicBezTo>
                      <a:pt x="20900" y="51373"/>
                      <a:pt x="20649" y="51957"/>
                      <a:pt x="20566" y="52375"/>
                    </a:cubicBezTo>
                    <a:cubicBezTo>
                      <a:pt x="20482" y="52876"/>
                      <a:pt x="20232" y="53294"/>
                      <a:pt x="20065" y="53878"/>
                    </a:cubicBezTo>
                    <a:cubicBezTo>
                      <a:pt x="19480" y="55466"/>
                      <a:pt x="18979" y="56885"/>
                      <a:pt x="18477" y="58139"/>
                    </a:cubicBezTo>
                    <a:cubicBezTo>
                      <a:pt x="18060" y="59141"/>
                      <a:pt x="17809" y="59976"/>
                      <a:pt x="17475" y="60645"/>
                    </a:cubicBezTo>
                    <a:cubicBezTo>
                      <a:pt x="17057" y="61480"/>
                      <a:pt x="16890" y="62148"/>
                      <a:pt x="16640" y="62566"/>
                    </a:cubicBezTo>
                    <a:cubicBezTo>
                      <a:pt x="16473" y="63150"/>
                      <a:pt x="16222" y="63485"/>
                      <a:pt x="16222" y="63568"/>
                    </a:cubicBezTo>
                    <a:cubicBezTo>
                      <a:pt x="11878" y="71754"/>
                      <a:pt x="8621" y="83366"/>
                      <a:pt x="6115" y="97900"/>
                    </a:cubicBezTo>
                    <a:lnTo>
                      <a:pt x="6115" y="97900"/>
                    </a:lnTo>
                    <a:cubicBezTo>
                      <a:pt x="5780" y="100239"/>
                      <a:pt x="5446" y="102494"/>
                      <a:pt x="5029" y="104917"/>
                    </a:cubicBezTo>
                    <a:lnTo>
                      <a:pt x="5029" y="105084"/>
                    </a:lnTo>
                    <a:cubicBezTo>
                      <a:pt x="936" y="133067"/>
                      <a:pt x="-401" y="170490"/>
                      <a:pt x="100" y="214762"/>
                    </a:cubicBezTo>
                    <a:cubicBezTo>
                      <a:pt x="100" y="217351"/>
                      <a:pt x="184" y="219941"/>
                      <a:pt x="184" y="222530"/>
                    </a:cubicBezTo>
                    <a:cubicBezTo>
                      <a:pt x="351" y="230382"/>
                      <a:pt x="601" y="238401"/>
                      <a:pt x="769" y="246587"/>
                    </a:cubicBezTo>
                    <a:cubicBezTo>
                      <a:pt x="936" y="252435"/>
                      <a:pt x="1186" y="258365"/>
                      <a:pt x="1353" y="264380"/>
                    </a:cubicBezTo>
                    <a:lnTo>
                      <a:pt x="1353" y="265549"/>
                    </a:lnTo>
                    <a:cubicBezTo>
                      <a:pt x="1520" y="269475"/>
                      <a:pt x="1687" y="273485"/>
                      <a:pt x="1854" y="277495"/>
                    </a:cubicBezTo>
                    <a:cubicBezTo>
                      <a:pt x="1938" y="280334"/>
                      <a:pt x="2022" y="283175"/>
                      <a:pt x="2189" y="286014"/>
                    </a:cubicBezTo>
                    <a:cubicBezTo>
                      <a:pt x="2606" y="295704"/>
                      <a:pt x="3108" y="305645"/>
                      <a:pt x="3692" y="315752"/>
                    </a:cubicBezTo>
                    <a:cubicBezTo>
                      <a:pt x="5780" y="354595"/>
                      <a:pt x="8621" y="396110"/>
                      <a:pt x="12045" y="439213"/>
                    </a:cubicBezTo>
                    <a:cubicBezTo>
                      <a:pt x="12881" y="450156"/>
                      <a:pt x="13800" y="461182"/>
                      <a:pt x="14635" y="472292"/>
                    </a:cubicBezTo>
                    <a:cubicBezTo>
                      <a:pt x="15637" y="483819"/>
                      <a:pt x="16556" y="495430"/>
                      <a:pt x="17559" y="507041"/>
                    </a:cubicBezTo>
                    <a:cubicBezTo>
                      <a:pt x="18561" y="519153"/>
                      <a:pt x="19647" y="531266"/>
                      <a:pt x="20649" y="543545"/>
                    </a:cubicBezTo>
                    <a:cubicBezTo>
                      <a:pt x="23239" y="572614"/>
                      <a:pt x="25912" y="601934"/>
                      <a:pt x="28585" y="631170"/>
                    </a:cubicBezTo>
                    <a:cubicBezTo>
                      <a:pt x="31007" y="658485"/>
                      <a:pt x="33513" y="685633"/>
                      <a:pt x="35936" y="712614"/>
                    </a:cubicBezTo>
                    <a:lnTo>
                      <a:pt x="35936" y="713115"/>
                    </a:lnTo>
                    <a:cubicBezTo>
                      <a:pt x="66425" y="713031"/>
                      <a:pt x="97415" y="713031"/>
                      <a:pt x="128824" y="713031"/>
                    </a:cubicBezTo>
                    <a:lnTo>
                      <a:pt x="131162" y="713031"/>
                    </a:lnTo>
                    <a:cubicBezTo>
                      <a:pt x="507476" y="712781"/>
                      <a:pt x="952201" y="712614"/>
                      <a:pt x="1281653" y="712447"/>
                    </a:cubicBezTo>
                    <a:lnTo>
                      <a:pt x="1281653" y="712280"/>
                    </a:lnTo>
                    <a:cubicBezTo>
                      <a:pt x="1282822" y="601600"/>
                      <a:pt x="970495" y="485156"/>
                      <a:pt x="982189" y="372303"/>
                    </a:cubicBezTo>
                    <a:cubicBezTo>
                      <a:pt x="984027" y="355513"/>
                      <a:pt x="984445" y="338807"/>
                      <a:pt x="983108" y="32226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29"/>
              <p:cNvSpPr/>
              <p:nvPr/>
            </p:nvSpPr>
            <p:spPr>
              <a:xfrm>
                <a:off x="6892645" y="6131686"/>
                <a:ext cx="109178" cy="713115"/>
              </a:xfrm>
              <a:custGeom>
                <a:avLst/>
                <a:gdLst/>
                <a:ahLst/>
                <a:cxnLst/>
                <a:rect l="l" t="t" r="r" b="b"/>
                <a:pathLst>
                  <a:path w="109178" h="713115" extrusionOk="0">
                    <a:moveTo>
                      <a:pt x="71171" y="712530"/>
                    </a:moveTo>
                    <a:cubicBezTo>
                      <a:pt x="35586" y="712530"/>
                      <a:pt x="63402" y="711779"/>
                      <a:pt x="63486" y="711946"/>
                    </a:cubicBezTo>
                    <a:cubicBezTo>
                      <a:pt x="37424" y="711946"/>
                      <a:pt x="55049" y="713031"/>
                      <a:pt x="29822" y="713115"/>
                    </a:cubicBezTo>
                    <a:lnTo>
                      <a:pt x="29822" y="712614"/>
                    </a:lnTo>
                    <a:cubicBezTo>
                      <a:pt x="27818" y="685633"/>
                      <a:pt x="25729" y="658485"/>
                      <a:pt x="23724" y="631170"/>
                    </a:cubicBezTo>
                    <a:cubicBezTo>
                      <a:pt x="21469" y="601934"/>
                      <a:pt x="19297" y="572614"/>
                      <a:pt x="17126" y="543545"/>
                    </a:cubicBezTo>
                    <a:cubicBezTo>
                      <a:pt x="16290" y="531266"/>
                      <a:pt x="15371" y="519153"/>
                      <a:pt x="14536" y="507041"/>
                    </a:cubicBezTo>
                    <a:cubicBezTo>
                      <a:pt x="13701" y="495430"/>
                      <a:pt x="12949" y="483819"/>
                      <a:pt x="12114" y="472292"/>
                    </a:cubicBezTo>
                    <a:cubicBezTo>
                      <a:pt x="11362" y="461182"/>
                      <a:pt x="10610" y="450156"/>
                      <a:pt x="9942" y="439213"/>
                    </a:cubicBezTo>
                    <a:cubicBezTo>
                      <a:pt x="7102" y="396110"/>
                      <a:pt x="4763" y="354595"/>
                      <a:pt x="3009" y="315752"/>
                    </a:cubicBezTo>
                    <a:cubicBezTo>
                      <a:pt x="2507" y="305645"/>
                      <a:pt x="2090" y="295704"/>
                      <a:pt x="1755" y="286014"/>
                    </a:cubicBezTo>
                    <a:cubicBezTo>
                      <a:pt x="1672" y="283175"/>
                      <a:pt x="1588" y="280334"/>
                      <a:pt x="1505" y="277495"/>
                    </a:cubicBezTo>
                    <a:cubicBezTo>
                      <a:pt x="1338" y="273485"/>
                      <a:pt x="1254" y="269475"/>
                      <a:pt x="1087" y="265549"/>
                    </a:cubicBezTo>
                    <a:lnTo>
                      <a:pt x="1087" y="264380"/>
                    </a:lnTo>
                    <a:cubicBezTo>
                      <a:pt x="920" y="258365"/>
                      <a:pt x="753" y="252435"/>
                      <a:pt x="586" y="246587"/>
                    </a:cubicBezTo>
                    <a:cubicBezTo>
                      <a:pt x="336" y="238401"/>
                      <a:pt x="169" y="230299"/>
                      <a:pt x="85" y="222530"/>
                    </a:cubicBezTo>
                    <a:cubicBezTo>
                      <a:pt x="85" y="219941"/>
                      <a:pt x="85" y="217351"/>
                      <a:pt x="85" y="214762"/>
                    </a:cubicBezTo>
                    <a:cubicBezTo>
                      <a:pt x="-333" y="170490"/>
                      <a:pt x="753" y="133067"/>
                      <a:pt x="4178" y="105084"/>
                    </a:cubicBezTo>
                    <a:lnTo>
                      <a:pt x="4178" y="104917"/>
                    </a:lnTo>
                    <a:cubicBezTo>
                      <a:pt x="4512" y="102494"/>
                      <a:pt x="4846" y="100239"/>
                      <a:pt x="5097" y="97984"/>
                    </a:cubicBezTo>
                    <a:lnTo>
                      <a:pt x="5097" y="97984"/>
                    </a:lnTo>
                    <a:cubicBezTo>
                      <a:pt x="7185" y="83366"/>
                      <a:pt x="9858" y="71754"/>
                      <a:pt x="13450" y="63568"/>
                    </a:cubicBezTo>
                    <a:cubicBezTo>
                      <a:pt x="13450" y="63568"/>
                      <a:pt x="13617" y="63150"/>
                      <a:pt x="13784" y="62566"/>
                    </a:cubicBezTo>
                    <a:cubicBezTo>
                      <a:pt x="13951" y="62148"/>
                      <a:pt x="14118" y="61480"/>
                      <a:pt x="14453" y="60645"/>
                    </a:cubicBezTo>
                    <a:cubicBezTo>
                      <a:pt x="14703" y="59976"/>
                      <a:pt x="14954" y="59141"/>
                      <a:pt x="15288" y="58139"/>
                    </a:cubicBezTo>
                    <a:cubicBezTo>
                      <a:pt x="15705" y="56885"/>
                      <a:pt x="16123" y="55466"/>
                      <a:pt x="16624" y="53878"/>
                    </a:cubicBezTo>
                    <a:cubicBezTo>
                      <a:pt x="16791" y="53294"/>
                      <a:pt x="16958" y="52876"/>
                      <a:pt x="17042" y="52375"/>
                    </a:cubicBezTo>
                    <a:cubicBezTo>
                      <a:pt x="17126" y="51957"/>
                      <a:pt x="17293" y="51373"/>
                      <a:pt x="17460" y="50871"/>
                    </a:cubicBezTo>
                    <a:cubicBezTo>
                      <a:pt x="20216" y="42602"/>
                      <a:pt x="23641" y="31408"/>
                      <a:pt x="26648" y="21635"/>
                    </a:cubicBezTo>
                    <a:cubicBezTo>
                      <a:pt x="27400" y="19380"/>
                      <a:pt x="28068" y="17208"/>
                      <a:pt x="28736" y="15203"/>
                    </a:cubicBezTo>
                    <a:cubicBezTo>
                      <a:pt x="28736" y="14869"/>
                      <a:pt x="28987" y="14451"/>
                      <a:pt x="29071" y="14033"/>
                    </a:cubicBezTo>
                    <a:cubicBezTo>
                      <a:pt x="31493" y="6265"/>
                      <a:pt x="33331" y="585"/>
                      <a:pt x="33498" y="0"/>
                    </a:cubicBezTo>
                    <a:lnTo>
                      <a:pt x="109178" y="4093"/>
                    </a:lnTo>
                    <a:cubicBezTo>
                      <a:pt x="106839" y="11695"/>
                      <a:pt x="101660" y="28234"/>
                      <a:pt x="97316" y="42017"/>
                    </a:cubicBezTo>
                    <a:cubicBezTo>
                      <a:pt x="93725" y="53461"/>
                      <a:pt x="90801" y="62900"/>
                      <a:pt x="90467" y="63568"/>
                    </a:cubicBezTo>
                    <a:cubicBezTo>
                      <a:pt x="86541" y="72757"/>
                      <a:pt x="83534" y="86456"/>
                      <a:pt x="81445" y="103831"/>
                    </a:cubicBezTo>
                    <a:cubicBezTo>
                      <a:pt x="81111" y="106838"/>
                      <a:pt x="80777" y="109929"/>
                      <a:pt x="80443" y="113186"/>
                    </a:cubicBezTo>
                    <a:cubicBezTo>
                      <a:pt x="80443" y="113437"/>
                      <a:pt x="80359" y="113687"/>
                      <a:pt x="80359" y="113938"/>
                    </a:cubicBezTo>
                    <a:lnTo>
                      <a:pt x="80359" y="113938"/>
                    </a:lnTo>
                    <a:cubicBezTo>
                      <a:pt x="80109" y="115859"/>
                      <a:pt x="36589" y="116611"/>
                      <a:pt x="36505" y="118616"/>
                    </a:cubicBezTo>
                    <a:cubicBezTo>
                      <a:pt x="26398" y="236230"/>
                      <a:pt x="54214" y="484571"/>
                      <a:pt x="71254" y="7125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29"/>
              <p:cNvSpPr/>
              <p:nvPr/>
            </p:nvSpPr>
            <p:spPr>
              <a:xfrm>
                <a:off x="6882342" y="6121230"/>
                <a:ext cx="1302637" cy="734096"/>
              </a:xfrm>
              <a:custGeom>
                <a:avLst/>
                <a:gdLst/>
                <a:ahLst/>
                <a:cxnLst/>
                <a:rect l="l" t="t" r="r" b="b"/>
                <a:pathLst>
                  <a:path w="1302637" h="734096" extrusionOk="0">
                    <a:moveTo>
                      <a:pt x="46474" y="734013"/>
                    </a:moveTo>
                    <a:cubicBezTo>
                      <a:pt x="43718" y="734013"/>
                      <a:pt x="41044" y="732927"/>
                      <a:pt x="39123" y="730922"/>
                    </a:cubicBezTo>
                    <a:cubicBezTo>
                      <a:pt x="37118" y="729001"/>
                      <a:pt x="36033" y="726328"/>
                      <a:pt x="36033" y="723572"/>
                    </a:cubicBezTo>
                    <a:lnTo>
                      <a:pt x="32942" y="689908"/>
                    </a:lnTo>
                    <a:cubicBezTo>
                      <a:pt x="31522" y="674204"/>
                      <a:pt x="30102" y="658416"/>
                      <a:pt x="28682" y="642545"/>
                    </a:cubicBezTo>
                    <a:cubicBezTo>
                      <a:pt x="26259" y="616901"/>
                      <a:pt x="24004" y="591173"/>
                      <a:pt x="21665" y="565612"/>
                    </a:cubicBezTo>
                    <a:lnTo>
                      <a:pt x="20663" y="555003"/>
                    </a:lnTo>
                    <a:cubicBezTo>
                      <a:pt x="20078" y="548321"/>
                      <a:pt x="19577" y="541805"/>
                      <a:pt x="18992" y="535290"/>
                    </a:cubicBezTo>
                    <a:lnTo>
                      <a:pt x="16235" y="502378"/>
                    </a:lnTo>
                    <a:cubicBezTo>
                      <a:pt x="15734" y="496113"/>
                      <a:pt x="15233" y="489932"/>
                      <a:pt x="14649" y="483667"/>
                    </a:cubicBezTo>
                    <a:lnTo>
                      <a:pt x="14481" y="481328"/>
                    </a:lnTo>
                    <a:cubicBezTo>
                      <a:pt x="13646" y="470970"/>
                      <a:pt x="12811" y="460696"/>
                      <a:pt x="12059" y="450421"/>
                    </a:cubicBezTo>
                    <a:cubicBezTo>
                      <a:pt x="8551" y="406734"/>
                      <a:pt x="5794" y="365135"/>
                      <a:pt x="3706" y="326793"/>
                    </a:cubicBezTo>
                    <a:cubicBezTo>
                      <a:pt x="3121" y="316686"/>
                      <a:pt x="2620" y="306662"/>
                      <a:pt x="2202" y="296889"/>
                    </a:cubicBezTo>
                    <a:lnTo>
                      <a:pt x="114" y="225218"/>
                    </a:lnTo>
                    <a:cubicBezTo>
                      <a:pt x="-471" y="177437"/>
                      <a:pt x="1200" y="141185"/>
                      <a:pt x="5126" y="114454"/>
                    </a:cubicBezTo>
                    <a:cubicBezTo>
                      <a:pt x="5126" y="114120"/>
                      <a:pt x="5126" y="113869"/>
                      <a:pt x="5209" y="113619"/>
                    </a:cubicBezTo>
                    <a:lnTo>
                      <a:pt x="5460" y="112282"/>
                    </a:lnTo>
                    <a:cubicBezTo>
                      <a:pt x="5710" y="110612"/>
                      <a:pt x="6044" y="108941"/>
                      <a:pt x="6295" y="107354"/>
                    </a:cubicBezTo>
                    <a:cubicBezTo>
                      <a:pt x="6295" y="107103"/>
                      <a:pt x="6295" y="106853"/>
                      <a:pt x="6379" y="106602"/>
                    </a:cubicBezTo>
                    <a:cubicBezTo>
                      <a:pt x="9135" y="90481"/>
                      <a:pt x="12727" y="78368"/>
                      <a:pt x="17238" y="69681"/>
                    </a:cubicBezTo>
                    <a:cubicBezTo>
                      <a:pt x="17238" y="69681"/>
                      <a:pt x="17238" y="69514"/>
                      <a:pt x="17321" y="69430"/>
                    </a:cubicBezTo>
                    <a:cubicBezTo>
                      <a:pt x="17823" y="68094"/>
                      <a:pt x="18157" y="67426"/>
                      <a:pt x="18574" y="66590"/>
                    </a:cubicBezTo>
                    <a:lnTo>
                      <a:pt x="20830" y="60659"/>
                    </a:lnTo>
                    <a:cubicBezTo>
                      <a:pt x="21164" y="59657"/>
                      <a:pt x="21498" y="58404"/>
                      <a:pt x="21916" y="57402"/>
                    </a:cubicBezTo>
                    <a:cubicBezTo>
                      <a:pt x="24839" y="50051"/>
                      <a:pt x="28515" y="40361"/>
                      <a:pt x="31773" y="31423"/>
                    </a:cubicBezTo>
                    <a:lnTo>
                      <a:pt x="35364" y="22068"/>
                    </a:lnTo>
                    <a:cubicBezTo>
                      <a:pt x="35364" y="22068"/>
                      <a:pt x="35532" y="21650"/>
                      <a:pt x="35532" y="21566"/>
                    </a:cubicBezTo>
                    <a:cubicBezTo>
                      <a:pt x="37620" y="15886"/>
                      <a:pt x="39207" y="11710"/>
                      <a:pt x="40209" y="9204"/>
                    </a:cubicBezTo>
                    <a:lnTo>
                      <a:pt x="41044" y="6948"/>
                    </a:lnTo>
                    <a:cubicBezTo>
                      <a:pt x="42632" y="2688"/>
                      <a:pt x="46808" y="-235"/>
                      <a:pt x="51319" y="15"/>
                    </a:cubicBezTo>
                    <a:lnTo>
                      <a:pt x="420782" y="16721"/>
                    </a:lnTo>
                    <a:cubicBezTo>
                      <a:pt x="426296" y="16972"/>
                      <a:pt x="430723" y="21483"/>
                      <a:pt x="430723" y="27079"/>
                    </a:cubicBezTo>
                    <a:cubicBezTo>
                      <a:pt x="430723" y="28500"/>
                      <a:pt x="430472" y="29836"/>
                      <a:pt x="429971" y="31006"/>
                    </a:cubicBezTo>
                    <a:lnTo>
                      <a:pt x="577071" y="37688"/>
                    </a:lnTo>
                    <a:cubicBezTo>
                      <a:pt x="580246" y="37855"/>
                      <a:pt x="583002" y="39359"/>
                      <a:pt x="584840" y="41697"/>
                    </a:cubicBezTo>
                    <a:lnTo>
                      <a:pt x="935425" y="57652"/>
                    </a:lnTo>
                    <a:cubicBezTo>
                      <a:pt x="939518" y="57819"/>
                      <a:pt x="943110" y="60409"/>
                      <a:pt x="944697" y="64251"/>
                    </a:cubicBezTo>
                    <a:cubicBezTo>
                      <a:pt x="970592" y="129657"/>
                      <a:pt x="990055" y="215111"/>
                      <a:pt x="1002668" y="318190"/>
                    </a:cubicBezTo>
                    <a:lnTo>
                      <a:pt x="1002835" y="319777"/>
                    </a:lnTo>
                    <a:cubicBezTo>
                      <a:pt x="1002919" y="320528"/>
                      <a:pt x="1003003" y="321280"/>
                      <a:pt x="1003086" y="322115"/>
                    </a:cubicBezTo>
                    <a:lnTo>
                      <a:pt x="1003086" y="322115"/>
                    </a:lnTo>
                    <a:cubicBezTo>
                      <a:pt x="1003420" y="324538"/>
                      <a:pt x="1003587" y="326960"/>
                      <a:pt x="1003754" y="329299"/>
                    </a:cubicBezTo>
                    <a:cubicBezTo>
                      <a:pt x="1003838" y="330051"/>
                      <a:pt x="1003921" y="331137"/>
                      <a:pt x="1004005" y="332307"/>
                    </a:cubicBezTo>
                    <a:cubicBezTo>
                      <a:pt x="1005258" y="348846"/>
                      <a:pt x="1005007" y="366221"/>
                      <a:pt x="1003086" y="383929"/>
                    </a:cubicBezTo>
                    <a:cubicBezTo>
                      <a:pt x="997740" y="435636"/>
                      <a:pt x="1075007" y="493190"/>
                      <a:pt x="1149685" y="548906"/>
                    </a:cubicBezTo>
                    <a:cubicBezTo>
                      <a:pt x="1228706" y="607796"/>
                      <a:pt x="1303301" y="663428"/>
                      <a:pt x="1302633" y="722904"/>
                    </a:cubicBezTo>
                    <a:cubicBezTo>
                      <a:pt x="1302633" y="728584"/>
                      <a:pt x="1297955" y="733428"/>
                      <a:pt x="1292191" y="733428"/>
                    </a:cubicBezTo>
                    <a:lnTo>
                      <a:pt x="972095" y="733595"/>
                    </a:lnTo>
                    <a:cubicBezTo>
                      <a:pt x="703957" y="733679"/>
                      <a:pt x="405997" y="733846"/>
                      <a:pt x="141701" y="734013"/>
                    </a:cubicBezTo>
                    <a:lnTo>
                      <a:pt x="139362" y="734013"/>
                    </a:lnTo>
                    <a:cubicBezTo>
                      <a:pt x="107870" y="734013"/>
                      <a:pt x="76964" y="734013"/>
                      <a:pt x="46474" y="734097"/>
                    </a:cubicBezTo>
                    <a:lnTo>
                      <a:pt x="46474" y="734097"/>
                    </a:lnTo>
                    <a:close/>
                    <a:moveTo>
                      <a:pt x="1292191" y="722904"/>
                    </a:moveTo>
                    <a:lnTo>
                      <a:pt x="1292191" y="722904"/>
                    </a:lnTo>
                    <a:lnTo>
                      <a:pt x="1292191" y="722904"/>
                    </a:lnTo>
                    <a:close/>
                    <a:moveTo>
                      <a:pt x="25842" y="116543"/>
                    </a:moveTo>
                    <a:cubicBezTo>
                      <a:pt x="25842" y="116543"/>
                      <a:pt x="25842" y="116877"/>
                      <a:pt x="25842" y="117044"/>
                    </a:cubicBezTo>
                    <a:cubicBezTo>
                      <a:pt x="22083" y="142688"/>
                      <a:pt x="20496" y="178022"/>
                      <a:pt x="20997" y="225051"/>
                    </a:cubicBezTo>
                    <a:lnTo>
                      <a:pt x="22333" y="275922"/>
                    </a:lnTo>
                    <a:cubicBezTo>
                      <a:pt x="22417" y="277426"/>
                      <a:pt x="22500" y="279514"/>
                      <a:pt x="22584" y="281519"/>
                    </a:cubicBezTo>
                    <a:lnTo>
                      <a:pt x="23169" y="295970"/>
                    </a:lnTo>
                    <a:cubicBezTo>
                      <a:pt x="23586" y="305576"/>
                      <a:pt x="24087" y="315433"/>
                      <a:pt x="24672" y="325457"/>
                    </a:cubicBezTo>
                    <a:cubicBezTo>
                      <a:pt x="26761" y="363715"/>
                      <a:pt x="29601" y="405146"/>
                      <a:pt x="33025" y="448751"/>
                    </a:cubicBezTo>
                    <a:cubicBezTo>
                      <a:pt x="33777" y="458941"/>
                      <a:pt x="34613" y="469216"/>
                      <a:pt x="35448" y="479490"/>
                    </a:cubicBezTo>
                    <a:lnTo>
                      <a:pt x="35615" y="481745"/>
                    </a:lnTo>
                    <a:cubicBezTo>
                      <a:pt x="36116" y="487927"/>
                      <a:pt x="36701" y="494192"/>
                      <a:pt x="37202" y="500457"/>
                    </a:cubicBezTo>
                    <a:lnTo>
                      <a:pt x="39959" y="533202"/>
                    </a:lnTo>
                    <a:cubicBezTo>
                      <a:pt x="40543" y="539717"/>
                      <a:pt x="41128" y="546316"/>
                      <a:pt x="41629" y="552915"/>
                    </a:cubicBezTo>
                    <a:lnTo>
                      <a:pt x="42548" y="563440"/>
                    </a:lnTo>
                    <a:cubicBezTo>
                      <a:pt x="44887" y="589001"/>
                      <a:pt x="47142" y="614729"/>
                      <a:pt x="49565" y="640374"/>
                    </a:cubicBezTo>
                    <a:cubicBezTo>
                      <a:pt x="50985" y="656245"/>
                      <a:pt x="52405" y="672032"/>
                      <a:pt x="53825" y="687736"/>
                    </a:cubicBezTo>
                    <a:lnTo>
                      <a:pt x="56080" y="712796"/>
                    </a:lnTo>
                    <a:cubicBezTo>
                      <a:pt x="83479" y="712796"/>
                      <a:pt x="111212" y="712796"/>
                      <a:pt x="139446" y="712796"/>
                    </a:cubicBezTo>
                    <a:lnTo>
                      <a:pt x="141784" y="712796"/>
                    </a:lnTo>
                    <a:cubicBezTo>
                      <a:pt x="405997" y="712629"/>
                      <a:pt x="704040" y="712462"/>
                      <a:pt x="972179" y="712378"/>
                    </a:cubicBezTo>
                    <a:lnTo>
                      <a:pt x="1280914" y="712211"/>
                    </a:lnTo>
                    <a:cubicBezTo>
                      <a:pt x="1272060" y="665767"/>
                      <a:pt x="1203647" y="614813"/>
                      <a:pt x="1137322" y="565361"/>
                    </a:cubicBezTo>
                    <a:cubicBezTo>
                      <a:pt x="1054291" y="503464"/>
                      <a:pt x="975855" y="444992"/>
                      <a:pt x="982453" y="381424"/>
                    </a:cubicBezTo>
                    <a:cubicBezTo>
                      <a:pt x="984291" y="364800"/>
                      <a:pt x="984542" y="348595"/>
                      <a:pt x="983372" y="333309"/>
                    </a:cubicBezTo>
                    <a:cubicBezTo>
                      <a:pt x="983372" y="333058"/>
                      <a:pt x="983372" y="332724"/>
                      <a:pt x="983372" y="332473"/>
                    </a:cubicBezTo>
                    <a:cubicBezTo>
                      <a:pt x="983372" y="332056"/>
                      <a:pt x="983372" y="331638"/>
                      <a:pt x="983289" y="331221"/>
                    </a:cubicBezTo>
                    <a:cubicBezTo>
                      <a:pt x="983038" y="328631"/>
                      <a:pt x="982871" y="326376"/>
                      <a:pt x="982621" y="324120"/>
                    </a:cubicBezTo>
                    <a:cubicBezTo>
                      <a:pt x="982621" y="323703"/>
                      <a:pt x="982537" y="323201"/>
                      <a:pt x="982537" y="322784"/>
                    </a:cubicBezTo>
                    <a:lnTo>
                      <a:pt x="982203" y="320111"/>
                    </a:lnTo>
                    <a:cubicBezTo>
                      <a:pt x="970258" y="222378"/>
                      <a:pt x="952048" y="140850"/>
                      <a:pt x="927990" y="77951"/>
                    </a:cubicBezTo>
                    <a:lnTo>
                      <a:pt x="535472" y="60075"/>
                    </a:lnTo>
                    <a:cubicBezTo>
                      <a:pt x="532298" y="59907"/>
                      <a:pt x="529541" y="58404"/>
                      <a:pt x="527704" y="56149"/>
                    </a:cubicBezTo>
                    <a:lnTo>
                      <a:pt x="289052" y="45206"/>
                    </a:lnTo>
                    <a:cubicBezTo>
                      <a:pt x="283539" y="44955"/>
                      <a:pt x="279111" y="40361"/>
                      <a:pt x="279111" y="34848"/>
                    </a:cubicBezTo>
                    <a:cubicBezTo>
                      <a:pt x="279111" y="33511"/>
                      <a:pt x="279362" y="32175"/>
                      <a:pt x="279780" y="31006"/>
                    </a:cubicBezTo>
                    <a:lnTo>
                      <a:pt x="58169" y="20982"/>
                    </a:lnTo>
                    <a:cubicBezTo>
                      <a:pt x="57417" y="22986"/>
                      <a:pt x="56498" y="25242"/>
                      <a:pt x="55579" y="27748"/>
                    </a:cubicBezTo>
                    <a:cubicBezTo>
                      <a:pt x="55496" y="28082"/>
                      <a:pt x="55329" y="28500"/>
                      <a:pt x="55245" y="28666"/>
                    </a:cubicBezTo>
                    <a:lnTo>
                      <a:pt x="51486" y="38356"/>
                    </a:lnTo>
                    <a:cubicBezTo>
                      <a:pt x="48061" y="47461"/>
                      <a:pt x="44386" y="57402"/>
                      <a:pt x="41379" y="64920"/>
                    </a:cubicBezTo>
                    <a:cubicBezTo>
                      <a:pt x="41295" y="65421"/>
                      <a:pt x="40961" y="66340"/>
                      <a:pt x="40627" y="67258"/>
                    </a:cubicBezTo>
                    <a:lnTo>
                      <a:pt x="38455" y="73022"/>
                    </a:lnTo>
                    <a:cubicBezTo>
                      <a:pt x="38121" y="73774"/>
                      <a:pt x="37870" y="74526"/>
                      <a:pt x="37620" y="75110"/>
                    </a:cubicBezTo>
                    <a:lnTo>
                      <a:pt x="37286" y="75946"/>
                    </a:lnTo>
                    <a:cubicBezTo>
                      <a:pt x="37286" y="75946"/>
                      <a:pt x="37118" y="76280"/>
                      <a:pt x="37035" y="76531"/>
                    </a:cubicBezTo>
                    <a:cubicBezTo>
                      <a:pt x="36868" y="76948"/>
                      <a:pt x="36701" y="77366"/>
                      <a:pt x="36617" y="77617"/>
                    </a:cubicBezTo>
                    <a:cubicBezTo>
                      <a:pt x="36450" y="77951"/>
                      <a:pt x="36283" y="78285"/>
                      <a:pt x="36116" y="78619"/>
                    </a:cubicBezTo>
                    <a:cubicBezTo>
                      <a:pt x="32524" y="85385"/>
                      <a:pt x="29601" y="95409"/>
                      <a:pt x="27178" y="109443"/>
                    </a:cubicBezTo>
                    <a:cubicBezTo>
                      <a:pt x="27178" y="109443"/>
                      <a:pt x="27178" y="109526"/>
                      <a:pt x="27178" y="109609"/>
                    </a:cubicBezTo>
                    <a:cubicBezTo>
                      <a:pt x="26928" y="111531"/>
                      <a:pt x="26594" y="113452"/>
                      <a:pt x="26259" y="115540"/>
                    </a:cubicBezTo>
                    <a:lnTo>
                      <a:pt x="26092" y="116292"/>
                    </a:lnTo>
                    <a:close/>
                    <a:moveTo>
                      <a:pt x="1004088" y="332724"/>
                    </a:moveTo>
                    <a:lnTo>
                      <a:pt x="1004088" y="332724"/>
                    </a:lnTo>
                    <a:lnTo>
                      <a:pt x="1004088" y="3327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29"/>
              <p:cNvSpPr/>
              <p:nvPr/>
            </p:nvSpPr>
            <p:spPr>
              <a:xfrm>
                <a:off x="7823197" y="5501936"/>
                <a:ext cx="54963" cy="167816"/>
              </a:xfrm>
              <a:custGeom>
                <a:avLst/>
                <a:gdLst/>
                <a:ahLst/>
                <a:cxnLst/>
                <a:rect l="l" t="t" r="r" b="b"/>
                <a:pathLst>
                  <a:path w="54963" h="167816" extrusionOk="0">
                    <a:moveTo>
                      <a:pt x="54964" y="167817"/>
                    </a:moveTo>
                    <a:cubicBezTo>
                      <a:pt x="49367" y="142924"/>
                      <a:pt x="42768" y="120788"/>
                      <a:pt x="35585" y="103079"/>
                    </a:cubicBezTo>
                    <a:cubicBezTo>
                      <a:pt x="25728" y="78854"/>
                      <a:pt x="13031" y="41766"/>
                      <a:pt x="0" y="0"/>
                    </a:cubicBezTo>
                    <a:cubicBezTo>
                      <a:pt x="19045" y="66325"/>
                      <a:pt x="40263" y="131397"/>
                      <a:pt x="54964" y="16781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29"/>
              <p:cNvSpPr/>
              <p:nvPr/>
            </p:nvSpPr>
            <p:spPr>
              <a:xfrm>
                <a:off x="7167301" y="6254404"/>
                <a:ext cx="138914" cy="4418"/>
              </a:xfrm>
              <a:custGeom>
                <a:avLst/>
                <a:gdLst/>
                <a:ahLst/>
                <a:cxnLst/>
                <a:rect l="l" t="t" r="r" b="b"/>
                <a:pathLst>
                  <a:path w="138914" h="4418" extrusionOk="0">
                    <a:moveTo>
                      <a:pt x="0" y="4418"/>
                    </a:moveTo>
                    <a:cubicBezTo>
                      <a:pt x="501" y="4335"/>
                      <a:pt x="1002" y="4167"/>
                      <a:pt x="1504" y="4000"/>
                    </a:cubicBezTo>
                    <a:lnTo>
                      <a:pt x="53377" y="158"/>
                    </a:lnTo>
                    <a:cubicBezTo>
                      <a:pt x="72673" y="-260"/>
                      <a:pt x="91886" y="158"/>
                      <a:pt x="111098" y="1327"/>
                    </a:cubicBezTo>
                    <a:cubicBezTo>
                      <a:pt x="120370" y="1912"/>
                      <a:pt x="129642" y="2747"/>
                      <a:pt x="138914" y="3750"/>
                    </a:cubicBezTo>
                    <a:cubicBezTo>
                      <a:pt x="134988" y="4000"/>
                      <a:pt x="63819" y="4167"/>
                      <a:pt x="0" y="441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29"/>
              <p:cNvSpPr/>
              <p:nvPr/>
            </p:nvSpPr>
            <p:spPr>
              <a:xfrm>
                <a:off x="6289460" y="4854671"/>
                <a:ext cx="1707284" cy="1593351"/>
              </a:xfrm>
              <a:custGeom>
                <a:avLst/>
                <a:gdLst/>
                <a:ahLst/>
                <a:cxnLst/>
                <a:rect l="l" t="t" r="r" b="b"/>
                <a:pathLst>
                  <a:path w="1707284" h="1593351" extrusionOk="0">
                    <a:moveTo>
                      <a:pt x="1606242" y="1018900"/>
                    </a:moveTo>
                    <a:cubicBezTo>
                      <a:pt x="1606242" y="1019568"/>
                      <a:pt x="1605991" y="1020320"/>
                      <a:pt x="1605908" y="1021072"/>
                    </a:cubicBezTo>
                    <a:cubicBezTo>
                      <a:pt x="1596552" y="1077623"/>
                      <a:pt x="1737806" y="1356371"/>
                      <a:pt x="1701218" y="1431466"/>
                    </a:cubicBezTo>
                    <a:cubicBezTo>
                      <a:pt x="1700466" y="1432886"/>
                      <a:pt x="1536827" y="1507230"/>
                      <a:pt x="1527137" y="1513912"/>
                    </a:cubicBezTo>
                    <a:cubicBezTo>
                      <a:pt x="1492304" y="1538221"/>
                      <a:pt x="1413617" y="1583746"/>
                      <a:pt x="1392734" y="1557433"/>
                    </a:cubicBezTo>
                    <a:cubicBezTo>
                      <a:pt x="1392734" y="1557266"/>
                      <a:pt x="1392567" y="1557183"/>
                      <a:pt x="1392483" y="1557099"/>
                    </a:cubicBezTo>
                    <a:cubicBezTo>
                      <a:pt x="1363080" y="1520094"/>
                      <a:pt x="1123342" y="1346430"/>
                      <a:pt x="1047411" y="1361048"/>
                    </a:cubicBezTo>
                    <a:cubicBezTo>
                      <a:pt x="974822" y="1375165"/>
                      <a:pt x="917769" y="1392958"/>
                      <a:pt x="879344" y="1403733"/>
                    </a:cubicBezTo>
                    <a:lnTo>
                      <a:pt x="873497" y="1404151"/>
                    </a:lnTo>
                    <a:lnTo>
                      <a:pt x="877841" y="1404151"/>
                    </a:lnTo>
                    <a:cubicBezTo>
                      <a:pt x="855371" y="1410416"/>
                      <a:pt x="839499" y="1414175"/>
                      <a:pt x="830645" y="1413172"/>
                    </a:cubicBezTo>
                    <a:lnTo>
                      <a:pt x="830561" y="1413172"/>
                    </a:lnTo>
                    <a:cubicBezTo>
                      <a:pt x="830561" y="1413172"/>
                      <a:pt x="830144" y="1413172"/>
                      <a:pt x="829726" y="1413172"/>
                    </a:cubicBezTo>
                    <a:lnTo>
                      <a:pt x="807841" y="1409330"/>
                    </a:lnTo>
                    <a:cubicBezTo>
                      <a:pt x="807841" y="1409330"/>
                      <a:pt x="807256" y="1409247"/>
                      <a:pt x="806922" y="1409163"/>
                    </a:cubicBezTo>
                    <a:lnTo>
                      <a:pt x="805001" y="1409330"/>
                    </a:lnTo>
                    <a:cubicBezTo>
                      <a:pt x="737674" y="1400225"/>
                      <a:pt x="664332" y="1387445"/>
                      <a:pt x="701421" y="1393710"/>
                    </a:cubicBezTo>
                    <a:cubicBezTo>
                      <a:pt x="701253" y="1393710"/>
                      <a:pt x="701170" y="1393710"/>
                      <a:pt x="701003" y="1393710"/>
                    </a:cubicBezTo>
                    <a:cubicBezTo>
                      <a:pt x="662829" y="1386443"/>
                      <a:pt x="626409" y="1378841"/>
                      <a:pt x="613377" y="1376084"/>
                    </a:cubicBezTo>
                    <a:lnTo>
                      <a:pt x="609284" y="1375249"/>
                    </a:lnTo>
                    <a:lnTo>
                      <a:pt x="608783" y="1375249"/>
                    </a:lnTo>
                    <a:cubicBezTo>
                      <a:pt x="608783" y="1375249"/>
                      <a:pt x="608282" y="1375082"/>
                      <a:pt x="608282" y="1375082"/>
                    </a:cubicBezTo>
                    <a:cubicBezTo>
                      <a:pt x="608282" y="1375082"/>
                      <a:pt x="608783" y="1380595"/>
                      <a:pt x="609535" y="1389867"/>
                    </a:cubicBezTo>
                    <a:cubicBezTo>
                      <a:pt x="613628" y="1439736"/>
                      <a:pt x="595836" y="1507146"/>
                      <a:pt x="603187" y="1593352"/>
                    </a:cubicBezTo>
                    <a:cubicBezTo>
                      <a:pt x="582220" y="1588256"/>
                      <a:pt x="522411" y="1586753"/>
                      <a:pt x="505955" y="1522850"/>
                    </a:cubicBezTo>
                    <a:cubicBezTo>
                      <a:pt x="504702" y="1518089"/>
                      <a:pt x="503700" y="1513077"/>
                      <a:pt x="502864" y="1507898"/>
                    </a:cubicBezTo>
                    <a:cubicBezTo>
                      <a:pt x="496850" y="1469808"/>
                      <a:pt x="500525" y="1419020"/>
                      <a:pt x="507793" y="1374079"/>
                    </a:cubicBezTo>
                    <a:lnTo>
                      <a:pt x="507793" y="1373745"/>
                    </a:lnTo>
                    <a:cubicBezTo>
                      <a:pt x="509631" y="1362469"/>
                      <a:pt x="511635" y="1351526"/>
                      <a:pt x="513724" y="1341251"/>
                    </a:cubicBezTo>
                    <a:cubicBezTo>
                      <a:pt x="516731" y="1326884"/>
                      <a:pt x="519988" y="1313853"/>
                      <a:pt x="523163" y="1302910"/>
                    </a:cubicBezTo>
                    <a:cubicBezTo>
                      <a:pt x="525334" y="1295309"/>
                      <a:pt x="527506" y="1288793"/>
                      <a:pt x="529511" y="1283447"/>
                    </a:cubicBezTo>
                    <a:cubicBezTo>
                      <a:pt x="529845" y="1282445"/>
                      <a:pt x="530346" y="1281442"/>
                      <a:pt x="530764" y="1280440"/>
                    </a:cubicBezTo>
                    <a:cubicBezTo>
                      <a:pt x="531265" y="1279354"/>
                      <a:pt x="531767" y="1278185"/>
                      <a:pt x="532268" y="1277099"/>
                    </a:cubicBezTo>
                    <a:cubicBezTo>
                      <a:pt x="541790" y="1256633"/>
                      <a:pt x="568354" y="1219962"/>
                      <a:pt x="583306" y="1180368"/>
                    </a:cubicBezTo>
                    <a:cubicBezTo>
                      <a:pt x="593497" y="1153136"/>
                      <a:pt x="598008" y="1125738"/>
                      <a:pt x="600096" y="1104270"/>
                    </a:cubicBezTo>
                    <a:cubicBezTo>
                      <a:pt x="593664" y="1154891"/>
                      <a:pt x="573365" y="1237588"/>
                      <a:pt x="507709" y="1252122"/>
                    </a:cubicBezTo>
                    <a:cubicBezTo>
                      <a:pt x="502697" y="1253292"/>
                      <a:pt x="403377" y="1308841"/>
                      <a:pt x="291444" y="1351609"/>
                    </a:cubicBezTo>
                    <a:cubicBezTo>
                      <a:pt x="290692" y="1351860"/>
                      <a:pt x="289857" y="1352110"/>
                      <a:pt x="289105" y="1352445"/>
                    </a:cubicBezTo>
                    <a:cubicBezTo>
                      <a:pt x="258866" y="1362803"/>
                      <a:pt x="177506" y="1394545"/>
                      <a:pt x="137243" y="1410333"/>
                    </a:cubicBezTo>
                    <a:cubicBezTo>
                      <a:pt x="136241" y="1410750"/>
                      <a:pt x="135155" y="1411168"/>
                      <a:pt x="134153" y="1411502"/>
                    </a:cubicBezTo>
                    <a:cubicBezTo>
                      <a:pt x="132148" y="1412254"/>
                      <a:pt x="130310" y="1413006"/>
                      <a:pt x="128556" y="1413674"/>
                    </a:cubicBezTo>
                    <a:cubicBezTo>
                      <a:pt x="128138" y="1413841"/>
                      <a:pt x="127804" y="1414008"/>
                      <a:pt x="127387" y="1414092"/>
                    </a:cubicBezTo>
                    <a:cubicBezTo>
                      <a:pt x="125967" y="1414676"/>
                      <a:pt x="124630" y="1415178"/>
                      <a:pt x="123377" y="1415679"/>
                    </a:cubicBezTo>
                    <a:cubicBezTo>
                      <a:pt x="122625" y="1416013"/>
                      <a:pt x="121874" y="1416263"/>
                      <a:pt x="121205" y="1416514"/>
                    </a:cubicBezTo>
                    <a:cubicBezTo>
                      <a:pt x="117864" y="1417850"/>
                      <a:pt x="115609" y="1418686"/>
                      <a:pt x="114606" y="1419103"/>
                    </a:cubicBezTo>
                    <a:cubicBezTo>
                      <a:pt x="114356" y="1419187"/>
                      <a:pt x="114188" y="1419271"/>
                      <a:pt x="114105" y="1419271"/>
                    </a:cubicBezTo>
                    <a:lnTo>
                      <a:pt x="113938" y="1419271"/>
                    </a:lnTo>
                    <a:cubicBezTo>
                      <a:pt x="114105" y="1418769"/>
                      <a:pt x="114188" y="1418101"/>
                      <a:pt x="114272" y="1417516"/>
                    </a:cubicBezTo>
                    <a:cubicBezTo>
                      <a:pt x="114439" y="1416848"/>
                      <a:pt x="114523" y="1416180"/>
                      <a:pt x="114606" y="1415512"/>
                    </a:cubicBezTo>
                    <a:cubicBezTo>
                      <a:pt x="115024" y="1412671"/>
                      <a:pt x="115274" y="1409581"/>
                      <a:pt x="115525" y="1406240"/>
                    </a:cubicBezTo>
                    <a:cubicBezTo>
                      <a:pt x="115776" y="1403065"/>
                      <a:pt x="115943" y="1399640"/>
                      <a:pt x="116026" y="1396132"/>
                    </a:cubicBezTo>
                    <a:cubicBezTo>
                      <a:pt x="116695" y="1375834"/>
                      <a:pt x="115776" y="1351359"/>
                      <a:pt x="115776" y="1337827"/>
                    </a:cubicBezTo>
                    <a:cubicBezTo>
                      <a:pt x="115776" y="1333233"/>
                      <a:pt x="115692" y="1328638"/>
                      <a:pt x="115525" y="1324127"/>
                    </a:cubicBezTo>
                    <a:cubicBezTo>
                      <a:pt x="115358" y="1316526"/>
                      <a:pt x="114941" y="1308924"/>
                      <a:pt x="114272" y="1301490"/>
                    </a:cubicBezTo>
                    <a:cubicBezTo>
                      <a:pt x="114105" y="1299235"/>
                      <a:pt x="113938" y="1296979"/>
                      <a:pt x="113687" y="1294724"/>
                    </a:cubicBezTo>
                    <a:cubicBezTo>
                      <a:pt x="113437" y="1291800"/>
                      <a:pt x="113103" y="1288876"/>
                      <a:pt x="112769" y="1285953"/>
                    </a:cubicBezTo>
                    <a:cubicBezTo>
                      <a:pt x="112602" y="1284366"/>
                      <a:pt x="112434" y="1282779"/>
                      <a:pt x="112184" y="1281192"/>
                    </a:cubicBezTo>
                    <a:cubicBezTo>
                      <a:pt x="111850" y="1278101"/>
                      <a:pt x="111432" y="1275010"/>
                      <a:pt x="111014" y="1271920"/>
                    </a:cubicBezTo>
                    <a:cubicBezTo>
                      <a:pt x="110179" y="1266156"/>
                      <a:pt x="109260" y="1260392"/>
                      <a:pt x="108174" y="1254712"/>
                    </a:cubicBezTo>
                    <a:cubicBezTo>
                      <a:pt x="107673" y="1251454"/>
                      <a:pt x="107005" y="1248196"/>
                      <a:pt x="106337" y="1244939"/>
                    </a:cubicBezTo>
                    <a:cubicBezTo>
                      <a:pt x="106002" y="1242851"/>
                      <a:pt x="105501" y="1240679"/>
                      <a:pt x="105000" y="1238590"/>
                    </a:cubicBezTo>
                    <a:cubicBezTo>
                      <a:pt x="104165" y="1234163"/>
                      <a:pt x="103162" y="1229820"/>
                      <a:pt x="102076" y="1225476"/>
                    </a:cubicBezTo>
                    <a:cubicBezTo>
                      <a:pt x="101325" y="1222134"/>
                      <a:pt x="100489" y="1218793"/>
                      <a:pt x="99570" y="1215452"/>
                    </a:cubicBezTo>
                    <a:cubicBezTo>
                      <a:pt x="98234" y="1210022"/>
                      <a:pt x="96730" y="1204676"/>
                      <a:pt x="95143" y="1199414"/>
                    </a:cubicBezTo>
                    <a:cubicBezTo>
                      <a:pt x="93640" y="1194151"/>
                      <a:pt x="91969" y="1188888"/>
                      <a:pt x="90298" y="1183793"/>
                    </a:cubicBezTo>
                    <a:cubicBezTo>
                      <a:pt x="89463" y="1181204"/>
                      <a:pt x="88628" y="1178614"/>
                      <a:pt x="87709" y="1176108"/>
                    </a:cubicBezTo>
                    <a:cubicBezTo>
                      <a:pt x="86874" y="1173602"/>
                      <a:pt x="85955" y="1171096"/>
                      <a:pt x="85036" y="1168590"/>
                    </a:cubicBezTo>
                    <a:cubicBezTo>
                      <a:pt x="81360" y="1158232"/>
                      <a:pt x="77434" y="1148292"/>
                      <a:pt x="73258" y="1138769"/>
                    </a:cubicBezTo>
                    <a:cubicBezTo>
                      <a:pt x="71921" y="1135595"/>
                      <a:pt x="70501" y="1132421"/>
                      <a:pt x="69081" y="1129246"/>
                    </a:cubicBezTo>
                    <a:cubicBezTo>
                      <a:pt x="67578" y="1125905"/>
                      <a:pt x="66074" y="1122647"/>
                      <a:pt x="64487" y="1119390"/>
                    </a:cubicBezTo>
                    <a:cubicBezTo>
                      <a:pt x="62983" y="1116299"/>
                      <a:pt x="61480" y="1113208"/>
                      <a:pt x="59976" y="1110201"/>
                    </a:cubicBezTo>
                    <a:cubicBezTo>
                      <a:pt x="56384" y="1103017"/>
                      <a:pt x="52625" y="1096168"/>
                      <a:pt x="48950" y="1089652"/>
                    </a:cubicBezTo>
                    <a:cubicBezTo>
                      <a:pt x="40263" y="1074616"/>
                      <a:pt x="31575" y="1061418"/>
                      <a:pt x="23222" y="1050559"/>
                    </a:cubicBezTo>
                    <a:cubicBezTo>
                      <a:pt x="22220" y="1049223"/>
                      <a:pt x="21134" y="1047886"/>
                      <a:pt x="20131" y="1046633"/>
                    </a:cubicBezTo>
                    <a:cubicBezTo>
                      <a:pt x="12947" y="1037612"/>
                      <a:pt x="6181" y="1030428"/>
                      <a:pt x="0" y="1025248"/>
                    </a:cubicBezTo>
                    <a:cubicBezTo>
                      <a:pt x="40346" y="1006621"/>
                      <a:pt x="114523" y="969700"/>
                      <a:pt x="218854" y="941800"/>
                    </a:cubicBezTo>
                    <a:cubicBezTo>
                      <a:pt x="219105" y="941800"/>
                      <a:pt x="219356" y="941800"/>
                      <a:pt x="219523" y="941633"/>
                    </a:cubicBezTo>
                    <a:cubicBezTo>
                      <a:pt x="343485" y="908471"/>
                      <a:pt x="474547" y="876311"/>
                      <a:pt x="522244" y="863280"/>
                    </a:cubicBezTo>
                    <a:lnTo>
                      <a:pt x="522244" y="863280"/>
                    </a:lnTo>
                    <a:cubicBezTo>
                      <a:pt x="526838" y="861943"/>
                      <a:pt x="530681" y="860857"/>
                      <a:pt x="533688" y="860022"/>
                    </a:cubicBezTo>
                    <a:cubicBezTo>
                      <a:pt x="535358" y="859521"/>
                      <a:pt x="536695" y="859103"/>
                      <a:pt x="537697" y="858685"/>
                    </a:cubicBezTo>
                    <a:cubicBezTo>
                      <a:pt x="538031" y="858602"/>
                      <a:pt x="538365" y="858435"/>
                      <a:pt x="538616" y="858351"/>
                    </a:cubicBezTo>
                    <a:cubicBezTo>
                      <a:pt x="539201" y="858101"/>
                      <a:pt x="539619" y="858017"/>
                      <a:pt x="540120" y="857766"/>
                    </a:cubicBezTo>
                    <a:cubicBezTo>
                      <a:pt x="540621" y="857516"/>
                      <a:pt x="541122" y="857432"/>
                      <a:pt x="541456" y="857182"/>
                    </a:cubicBezTo>
                    <a:cubicBezTo>
                      <a:pt x="542124" y="856848"/>
                      <a:pt x="542459" y="856764"/>
                      <a:pt x="542459" y="856764"/>
                    </a:cubicBezTo>
                    <a:cubicBezTo>
                      <a:pt x="542793" y="855428"/>
                      <a:pt x="543127" y="854007"/>
                      <a:pt x="543461" y="852420"/>
                    </a:cubicBezTo>
                    <a:cubicBezTo>
                      <a:pt x="545633" y="842480"/>
                      <a:pt x="547554" y="827695"/>
                      <a:pt x="549392" y="809151"/>
                    </a:cubicBezTo>
                    <a:cubicBezTo>
                      <a:pt x="549392" y="808900"/>
                      <a:pt x="549392" y="808733"/>
                      <a:pt x="549475" y="808483"/>
                    </a:cubicBezTo>
                    <a:cubicBezTo>
                      <a:pt x="560919" y="690702"/>
                      <a:pt x="546468" y="628637"/>
                      <a:pt x="602602" y="457396"/>
                    </a:cubicBezTo>
                    <a:cubicBezTo>
                      <a:pt x="603771" y="453637"/>
                      <a:pt x="628246" y="421394"/>
                      <a:pt x="629499" y="417802"/>
                    </a:cubicBezTo>
                    <a:cubicBezTo>
                      <a:pt x="630251" y="415546"/>
                      <a:pt x="631003" y="413208"/>
                      <a:pt x="631838" y="410952"/>
                    </a:cubicBezTo>
                    <a:cubicBezTo>
                      <a:pt x="632256" y="409783"/>
                      <a:pt x="632757" y="408530"/>
                      <a:pt x="633175" y="407360"/>
                    </a:cubicBezTo>
                    <a:cubicBezTo>
                      <a:pt x="634845" y="403351"/>
                      <a:pt x="636265" y="399341"/>
                      <a:pt x="637769" y="395415"/>
                    </a:cubicBezTo>
                    <a:cubicBezTo>
                      <a:pt x="639356" y="391489"/>
                      <a:pt x="641027" y="387647"/>
                      <a:pt x="642614" y="383888"/>
                    </a:cubicBezTo>
                    <a:cubicBezTo>
                      <a:pt x="673604" y="321322"/>
                      <a:pt x="861134" y="74568"/>
                      <a:pt x="899893" y="39902"/>
                    </a:cubicBezTo>
                    <a:cubicBezTo>
                      <a:pt x="900562" y="39401"/>
                      <a:pt x="901146" y="38900"/>
                      <a:pt x="901647" y="38399"/>
                    </a:cubicBezTo>
                    <a:cubicBezTo>
                      <a:pt x="905239" y="36644"/>
                      <a:pt x="908748" y="34973"/>
                      <a:pt x="912340" y="33220"/>
                    </a:cubicBezTo>
                    <a:lnTo>
                      <a:pt x="912340" y="33220"/>
                    </a:lnTo>
                    <a:lnTo>
                      <a:pt x="945753" y="3649"/>
                    </a:lnTo>
                    <a:cubicBezTo>
                      <a:pt x="994786" y="-20241"/>
                      <a:pt x="1067626" y="81000"/>
                      <a:pt x="1102041" y="81000"/>
                    </a:cubicBezTo>
                    <a:cubicBezTo>
                      <a:pt x="1102710" y="81000"/>
                      <a:pt x="1103294" y="81000"/>
                      <a:pt x="1103879" y="81000"/>
                    </a:cubicBezTo>
                    <a:cubicBezTo>
                      <a:pt x="1162185" y="75320"/>
                      <a:pt x="1339273" y="183410"/>
                      <a:pt x="1347125" y="189675"/>
                    </a:cubicBezTo>
                    <a:cubicBezTo>
                      <a:pt x="1366922" y="205212"/>
                      <a:pt x="1385550" y="222671"/>
                      <a:pt x="1402423" y="241632"/>
                    </a:cubicBezTo>
                    <a:cubicBezTo>
                      <a:pt x="1404846" y="244389"/>
                      <a:pt x="1407268" y="247229"/>
                      <a:pt x="1409607" y="250069"/>
                    </a:cubicBezTo>
                    <a:cubicBezTo>
                      <a:pt x="1410610" y="251239"/>
                      <a:pt x="1411612" y="252408"/>
                      <a:pt x="1412531" y="253578"/>
                    </a:cubicBezTo>
                    <a:cubicBezTo>
                      <a:pt x="1413450" y="254747"/>
                      <a:pt x="1414368" y="255916"/>
                      <a:pt x="1415288" y="257086"/>
                    </a:cubicBezTo>
                    <a:cubicBezTo>
                      <a:pt x="1416457" y="258422"/>
                      <a:pt x="1417543" y="259843"/>
                      <a:pt x="1418629" y="261179"/>
                    </a:cubicBezTo>
                    <a:cubicBezTo>
                      <a:pt x="1420633" y="263601"/>
                      <a:pt x="1422555" y="266108"/>
                      <a:pt x="1424476" y="268697"/>
                    </a:cubicBezTo>
                    <a:cubicBezTo>
                      <a:pt x="1425478" y="270033"/>
                      <a:pt x="1426481" y="271370"/>
                      <a:pt x="1427483" y="272874"/>
                    </a:cubicBezTo>
                    <a:cubicBezTo>
                      <a:pt x="1430574" y="277133"/>
                      <a:pt x="1433748" y="281561"/>
                      <a:pt x="1436839" y="286071"/>
                    </a:cubicBezTo>
                    <a:cubicBezTo>
                      <a:pt x="1440430" y="291334"/>
                      <a:pt x="1443939" y="296680"/>
                      <a:pt x="1447364" y="302026"/>
                    </a:cubicBezTo>
                    <a:cubicBezTo>
                      <a:pt x="1449035" y="304616"/>
                      <a:pt x="1450622" y="307205"/>
                      <a:pt x="1452209" y="309878"/>
                    </a:cubicBezTo>
                    <a:cubicBezTo>
                      <a:pt x="1453880" y="312718"/>
                      <a:pt x="1455633" y="315642"/>
                      <a:pt x="1457304" y="318566"/>
                    </a:cubicBezTo>
                    <a:cubicBezTo>
                      <a:pt x="1458306" y="320320"/>
                      <a:pt x="1459309" y="321990"/>
                      <a:pt x="1460311" y="323745"/>
                    </a:cubicBezTo>
                    <a:cubicBezTo>
                      <a:pt x="1461982" y="326585"/>
                      <a:pt x="1463485" y="329425"/>
                      <a:pt x="1464989" y="332349"/>
                    </a:cubicBezTo>
                    <a:cubicBezTo>
                      <a:pt x="1465741" y="333601"/>
                      <a:pt x="1466409" y="334938"/>
                      <a:pt x="1467077" y="336274"/>
                    </a:cubicBezTo>
                    <a:cubicBezTo>
                      <a:pt x="1468915" y="339700"/>
                      <a:pt x="1470669" y="343124"/>
                      <a:pt x="1472340" y="346632"/>
                    </a:cubicBezTo>
                    <a:cubicBezTo>
                      <a:pt x="1473342" y="348554"/>
                      <a:pt x="1474178" y="350642"/>
                      <a:pt x="1475097" y="352563"/>
                    </a:cubicBezTo>
                    <a:cubicBezTo>
                      <a:pt x="1476015" y="354484"/>
                      <a:pt x="1476934" y="356489"/>
                      <a:pt x="1477853" y="358411"/>
                    </a:cubicBezTo>
                    <a:lnTo>
                      <a:pt x="1479357" y="361668"/>
                    </a:lnTo>
                    <a:cubicBezTo>
                      <a:pt x="1480693" y="364676"/>
                      <a:pt x="1482030" y="367683"/>
                      <a:pt x="1483283" y="370690"/>
                    </a:cubicBezTo>
                    <a:cubicBezTo>
                      <a:pt x="1485037" y="374866"/>
                      <a:pt x="1486708" y="378959"/>
                      <a:pt x="1488295" y="383136"/>
                    </a:cubicBezTo>
                    <a:cubicBezTo>
                      <a:pt x="1489798" y="386979"/>
                      <a:pt x="1491218" y="390821"/>
                      <a:pt x="1492555" y="394663"/>
                    </a:cubicBezTo>
                    <a:cubicBezTo>
                      <a:pt x="1492555" y="394998"/>
                      <a:pt x="1492805" y="395332"/>
                      <a:pt x="1492889" y="395666"/>
                    </a:cubicBezTo>
                    <a:cubicBezTo>
                      <a:pt x="1494142" y="399341"/>
                      <a:pt x="1495395" y="403017"/>
                      <a:pt x="1496564" y="406692"/>
                    </a:cubicBezTo>
                    <a:cubicBezTo>
                      <a:pt x="1498235" y="411955"/>
                      <a:pt x="1499739" y="417217"/>
                      <a:pt x="1501159" y="422563"/>
                    </a:cubicBezTo>
                    <a:cubicBezTo>
                      <a:pt x="1501827" y="424902"/>
                      <a:pt x="1502412" y="427325"/>
                      <a:pt x="1502997" y="429747"/>
                    </a:cubicBezTo>
                    <a:cubicBezTo>
                      <a:pt x="1503247" y="430833"/>
                      <a:pt x="1503498" y="431919"/>
                      <a:pt x="1503748" y="433005"/>
                    </a:cubicBezTo>
                    <a:cubicBezTo>
                      <a:pt x="1503999" y="433924"/>
                      <a:pt x="1504249" y="434926"/>
                      <a:pt x="1504416" y="435928"/>
                    </a:cubicBezTo>
                    <a:cubicBezTo>
                      <a:pt x="1505168" y="439270"/>
                      <a:pt x="1505836" y="442611"/>
                      <a:pt x="1506505" y="445869"/>
                    </a:cubicBezTo>
                    <a:cubicBezTo>
                      <a:pt x="1506672" y="446704"/>
                      <a:pt x="1506839" y="447539"/>
                      <a:pt x="1506922" y="448291"/>
                    </a:cubicBezTo>
                    <a:cubicBezTo>
                      <a:pt x="1507507" y="451465"/>
                      <a:pt x="1508008" y="454640"/>
                      <a:pt x="1508509" y="457814"/>
                    </a:cubicBezTo>
                    <a:cubicBezTo>
                      <a:pt x="1508593" y="458399"/>
                      <a:pt x="1508677" y="459067"/>
                      <a:pt x="1508843" y="459735"/>
                    </a:cubicBezTo>
                    <a:cubicBezTo>
                      <a:pt x="1509345" y="463494"/>
                      <a:pt x="1509763" y="467337"/>
                      <a:pt x="1510180" y="471096"/>
                    </a:cubicBezTo>
                    <a:cubicBezTo>
                      <a:pt x="1516946" y="553375"/>
                      <a:pt x="1539583" y="677253"/>
                      <a:pt x="1569238" y="750595"/>
                    </a:cubicBezTo>
                    <a:cubicBezTo>
                      <a:pt x="1598558" y="822683"/>
                      <a:pt x="1627376" y="906215"/>
                      <a:pt x="1606159" y="10191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29"/>
              <p:cNvSpPr/>
              <p:nvPr/>
            </p:nvSpPr>
            <p:spPr>
              <a:xfrm>
                <a:off x="6902405" y="5089287"/>
                <a:ext cx="254370" cy="561086"/>
              </a:xfrm>
              <a:custGeom>
                <a:avLst/>
                <a:gdLst/>
                <a:ahLst/>
                <a:cxnLst/>
                <a:rect l="l" t="t" r="r" b="b"/>
                <a:pathLst>
                  <a:path w="254370" h="561086" extrusionOk="0">
                    <a:moveTo>
                      <a:pt x="16220" y="561003"/>
                    </a:moveTo>
                    <a:cubicBezTo>
                      <a:pt x="16220" y="561003"/>
                      <a:pt x="-2658" y="482064"/>
                      <a:pt x="20480" y="379988"/>
                    </a:cubicBezTo>
                    <a:cubicBezTo>
                      <a:pt x="43619" y="277912"/>
                      <a:pt x="109359" y="182184"/>
                      <a:pt x="166328" y="116026"/>
                    </a:cubicBezTo>
                    <a:cubicBezTo>
                      <a:pt x="223380" y="49869"/>
                      <a:pt x="254371" y="27816"/>
                      <a:pt x="254371" y="27816"/>
                    </a:cubicBezTo>
                    <a:lnTo>
                      <a:pt x="249776" y="0"/>
                    </a:lnTo>
                    <a:cubicBezTo>
                      <a:pt x="249776" y="0"/>
                      <a:pt x="87139" y="160967"/>
                      <a:pt x="53058" y="234976"/>
                    </a:cubicBezTo>
                    <a:cubicBezTo>
                      <a:pt x="43201" y="256444"/>
                      <a:pt x="33679" y="279165"/>
                      <a:pt x="25242" y="300549"/>
                    </a:cubicBezTo>
                    <a:cubicBezTo>
                      <a:pt x="1602" y="360275"/>
                      <a:pt x="-5749" y="425179"/>
                      <a:pt x="4526" y="488580"/>
                    </a:cubicBezTo>
                    <a:lnTo>
                      <a:pt x="16220" y="56108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29"/>
              <p:cNvSpPr/>
              <p:nvPr/>
            </p:nvSpPr>
            <p:spPr>
              <a:xfrm>
                <a:off x="6789393" y="5458667"/>
                <a:ext cx="122878" cy="945585"/>
              </a:xfrm>
              <a:custGeom>
                <a:avLst/>
                <a:gdLst/>
                <a:ahLst/>
                <a:cxnLst/>
                <a:rect l="l" t="t" r="r" b="b"/>
                <a:pathLst>
                  <a:path w="122878" h="945585" extrusionOk="0">
                    <a:moveTo>
                      <a:pt x="122801" y="499607"/>
                    </a:moveTo>
                    <a:cubicBezTo>
                      <a:pt x="125056" y="577208"/>
                      <a:pt x="77860" y="638437"/>
                      <a:pt x="47204" y="710860"/>
                    </a:cubicBezTo>
                    <a:cubicBezTo>
                      <a:pt x="29997" y="751540"/>
                      <a:pt x="21560" y="859130"/>
                      <a:pt x="17550" y="945586"/>
                    </a:cubicBezTo>
                    <a:cubicBezTo>
                      <a:pt x="12789" y="938151"/>
                      <a:pt x="8863" y="929297"/>
                      <a:pt x="6106" y="918688"/>
                    </a:cubicBezTo>
                    <a:cubicBezTo>
                      <a:pt x="4853" y="913927"/>
                      <a:pt x="3851" y="908915"/>
                      <a:pt x="3016" y="903736"/>
                    </a:cubicBezTo>
                    <a:cubicBezTo>
                      <a:pt x="-2999" y="865645"/>
                      <a:pt x="677" y="814858"/>
                      <a:pt x="7944" y="769917"/>
                    </a:cubicBezTo>
                    <a:lnTo>
                      <a:pt x="7944" y="769583"/>
                    </a:lnTo>
                    <a:cubicBezTo>
                      <a:pt x="9782" y="758306"/>
                      <a:pt x="11787" y="747364"/>
                      <a:pt x="13875" y="737089"/>
                    </a:cubicBezTo>
                    <a:cubicBezTo>
                      <a:pt x="16882" y="722721"/>
                      <a:pt x="20140" y="709690"/>
                      <a:pt x="23314" y="698748"/>
                    </a:cubicBezTo>
                    <a:cubicBezTo>
                      <a:pt x="25486" y="691146"/>
                      <a:pt x="27658" y="684631"/>
                      <a:pt x="29662" y="679285"/>
                    </a:cubicBezTo>
                    <a:cubicBezTo>
                      <a:pt x="29997" y="678282"/>
                      <a:pt x="30498" y="677280"/>
                      <a:pt x="30915" y="676278"/>
                    </a:cubicBezTo>
                    <a:cubicBezTo>
                      <a:pt x="31416" y="675192"/>
                      <a:pt x="31918" y="674022"/>
                      <a:pt x="32419" y="672936"/>
                    </a:cubicBezTo>
                    <a:cubicBezTo>
                      <a:pt x="39937" y="656814"/>
                      <a:pt x="58063" y="630585"/>
                      <a:pt x="72681" y="600765"/>
                    </a:cubicBezTo>
                    <a:cubicBezTo>
                      <a:pt x="83207" y="588819"/>
                      <a:pt x="93732" y="575788"/>
                      <a:pt x="102753" y="557494"/>
                    </a:cubicBezTo>
                    <a:cubicBezTo>
                      <a:pt x="123051" y="516480"/>
                      <a:pt x="82956" y="290108"/>
                      <a:pt x="53887" y="143759"/>
                    </a:cubicBezTo>
                    <a:cubicBezTo>
                      <a:pt x="55892" y="104499"/>
                      <a:pt x="60653" y="41181"/>
                      <a:pt x="65581" y="0"/>
                    </a:cubicBezTo>
                    <a:cubicBezTo>
                      <a:pt x="73517" y="109428"/>
                      <a:pt x="121381" y="449654"/>
                      <a:pt x="122801" y="49960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29"/>
              <p:cNvSpPr/>
              <p:nvPr/>
            </p:nvSpPr>
            <p:spPr>
              <a:xfrm>
                <a:off x="6289460" y="5640850"/>
                <a:ext cx="573365" cy="277243"/>
              </a:xfrm>
              <a:custGeom>
                <a:avLst/>
                <a:gdLst/>
                <a:ahLst/>
                <a:cxnLst/>
                <a:rect l="l" t="t" r="r" b="b"/>
                <a:pathLst>
                  <a:path w="573365" h="277243" extrusionOk="0">
                    <a:moveTo>
                      <a:pt x="543461" y="119953"/>
                    </a:moveTo>
                    <a:cubicBezTo>
                      <a:pt x="548055" y="118700"/>
                      <a:pt x="551898" y="117614"/>
                      <a:pt x="554905" y="116778"/>
                    </a:cubicBezTo>
                    <a:cubicBezTo>
                      <a:pt x="556576" y="116277"/>
                      <a:pt x="557912" y="115859"/>
                      <a:pt x="558915" y="115442"/>
                    </a:cubicBezTo>
                    <a:cubicBezTo>
                      <a:pt x="559248" y="115358"/>
                      <a:pt x="559583" y="115191"/>
                      <a:pt x="559833" y="115108"/>
                    </a:cubicBezTo>
                    <a:cubicBezTo>
                      <a:pt x="560418" y="114857"/>
                      <a:pt x="560836" y="114774"/>
                      <a:pt x="561337" y="114523"/>
                    </a:cubicBezTo>
                    <a:cubicBezTo>
                      <a:pt x="561838" y="114272"/>
                      <a:pt x="562339" y="114189"/>
                      <a:pt x="562673" y="113938"/>
                    </a:cubicBezTo>
                    <a:cubicBezTo>
                      <a:pt x="563342" y="113604"/>
                      <a:pt x="563676" y="113521"/>
                      <a:pt x="563676" y="113521"/>
                    </a:cubicBezTo>
                    <a:cubicBezTo>
                      <a:pt x="564010" y="112184"/>
                      <a:pt x="564344" y="110764"/>
                      <a:pt x="564678" y="109177"/>
                    </a:cubicBezTo>
                    <a:cubicBezTo>
                      <a:pt x="566850" y="99236"/>
                      <a:pt x="568771" y="84452"/>
                      <a:pt x="570609" y="65907"/>
                    </a:cubicBezTo>
                    <a:cubicBezTo>
                      <a:pt x="570609" y="65657"/>
                      <a:pt x="570609" y="65490"/>
                      <a:pt x="570693" y="65239"/>
                    </a:cubicBezTo>
                    <a:cubicBezTo>
                      <a:pt x="571778" y="53795"/>
                      <a:pt x="572614" y="43019"/>
                      <a:pt x="573365" y="32494"/>
                    </a:cubicBezTo>
                    <a:cubicBezTo>
                      <a:pt x="570609" y="27232"/>
                      <a:pt x="567769" y="22053"/>
                      <a:pt x="564595" y="16957"/>
                    </a:cubicBezTo>
                    <a:cubicBezTo>
                      <a:pt x="562339" y="13282"/>
                      <a:pt x="554905" y="4427"/>
                      <a:pt x="551397" y="0"/>
                    </a:cubicBezTo>
                    <a:cubicBezTo>
                      <a:pt x="550812" y="7184"/>
                      <a:pt x="550227" y="14535"/>
                      <a:pt x="549475" y="22220"/>
                    </a:cubicBezTo>
                    <a:cubicBezTo>
                      <a:pt x="549392" y="22470"/>
                      <a:pt x="549392" y="22637"/>
                      <a:pt x="549392" y="22888"/>
                    </a:cubicBezTo>
                    <a:cubicBezTo>
                      <a:pt x="547554" y="41432"/>
                      <a:pt x="545633" y="56218"/>
                      <a:pt x="543461" y="66158"/>
                    </a:cubicBezTo>
                    <a:cubicBezTo>
                      <a:pt x="543127" y="67745"/>
                      <a:pt x="542793" y="69165"/>
                      <a:pt x="542459" y="70501"/>
                    </a:cubicBezTo>
                    <a:cubicBezTo>
                      <a:pt x="542459" y="70501"/>
                      <a:pt x="542124" y="70585"/>
                      <a:pt x="541456" y="70919"/>
                    </a:cubicBezTo>
                    <a:cubicBezTo>
                      <a:pt x="541122" y="71170"/>
                      <a:pt x="540621" y="71253"/>
                      <a:pt x="540120" y="71504"/>
                    </a:cubicBezTo>
                    <a:cubicBezTo>
                      <a:pt x="539619" y="71754"/>
                      <a:pt x="539201" y="71838"/>
                      <a:pt x="538616" y="72088"/>
                    </a:cubicBezTo>
                    <a:cubicBezTo>
                      <a:pt x="538365" y="72088"/>
                      <a:pt x="538031" y="72339"/>
                      <a:pt x="537697" y="72423"/>
                    </a:cubicBezTo>
                    <a:cubicBezTo>
                      <a:pt x="536695" y="72840"/>
                      <a:pt x="535358" y="73258"/>
                      <a:pt x="533688" y="73759"/>
                    </a:cubicBezTo>
                    <a:cubicBezTo>
                      <a:pt x="530681" y="74594"/>
                      <a:pt x="526838" y="75680"/>
                      <a:pt x="522244" y="76933"/>
                    </a:cubicBezTo>
                    <a:lnTo>
                      <a:pt x="522244" y="76933"/>
                    </a:lnTo>
                    <a:cubicBezTo>
                      <a:pt x="474547" y="90048"/>
                      <a:pt x="343485" y="122208"/>
                      <a:pt x="219523" y="155370"/>
                    </a:cubicBezTo>
                    <a:cubicBezTo>
                      <a:pt x="219356" y="155454"/>
                      <a:pt x="219105" y="155454"/>
                      <a:pt x="218854" y="155537"/>
                    </a:cubicBezTo>
                    <a:cubicBezTo>
                      <a:pt x="114523" y="183437"/>
                      <a:pt x="40346" y="220358"/>
                      <a:pt x="0" y="238986"/>
                    </a:cubicBezTo>
                    <a:cubicBezTo>
                      <a:pt x="6181" y="244165"/>
                      <a:pt x="12947" y="251349"/>
                      <a:pt x="20131" y="260370"/>
                    </a:cubicBezTo>
                    <a:cubicBezTo>
                      <a:pt x="21134" y="261623"/>
                      <a:pt x="22220" y="262960"/>
                      <a:pt x="23222" y="264296"/>
                    </a:cubicBezTo>
                    <a:cubicBezTo>
                      <a:pt x="26313" y="268306"/>
                      <a:pt x="29403" y="272649"/>
                      <a:pt x="32494" y="277244"/>
                    </a:cubicBezTo>
                    <a:cubicBezTo>
                      <a:pt x="78103" y="258700"/>
                      <a:pt x="144344" y="224201"/>
                      <a:pt x="240072" y="198640"/>
                    </a:cubicBezTo>
                    <a:cubicBezTo>
                      <a:pt x="240322" y="198556"/>
                      <a:pt x="240573" y="198556"/>
                      <a:pt x="240740" y="198473"/>
                    </a:cubicBezTo>
                    <a:cubicBezTo>
                      <a:pt x="364702" y="165311"/>
                      <a:pt x="495764" y="133150"/>
                      <a:pt x="543461" y="120119"/>
                    </a:cubicBezTo>
                    <a:lnTo>
                      <a:pt x="543461" y="12011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29"/>
              <p:cNvSpPr/>
              <p:nvPr/>
            </p:nvSpPr>
            <p:spPr>
              <a:xfrm>
                <a:off x="7422993" y="4944024"/>
                <a:ext cx="348496" cy="277912"/>
              </a:xfrm>
              <a:custGeom>
                <a:avLst/>
                <a:gdLst/>
                <a:ahLst/>
                <a:cxnLst/>
                <a:rect l="l" t="t" r="r" b="b"/>
                <a:pathLst>
                  <a:path w="348496" h="277912" extrusionOk="0">
                    <a:moveTo>
                      <a:pt x="345907" y="272065"/>
                    </a:moveTo>
                    <a:lnTo>
                      <a:pt x="344404" y="268807"/>
                    </a:lnTo>
                    <a:cubicBezTo>
                      <a:pt x="343485" y="266886"/>
                      <a:pt x="342566" y="264881"/>
                      <a:pt x="341647" y="262959"/>
                    </a:cubicBezTo>
                    <a:cubicBezTo>
                      <a:pt x="340729" y="261038"/>
                      <a:pt x="339893" y="258950"/>
                      <a:pt x="338891" y="257029"/>
                    </a:cubicBezTo>
                    <a:cubicBezTo>
                      <a:pt x="337220" y="253520"/>
                      <a:pt x="335466" y="250096"/>
                      <a:pt x="333628" y="246671"/>
                    </a:cubicBezTo>
                    <a:cubicBezTo>
                      <a:pt x="332960" y="245334"/>
                      <a:pt x="332292" y="243998"/>
                      <a:pt x="331540" y="242745"/>
                    </a:cubicBezTo>
                    <a:cubicBezTo>
                      <a:pt x="330036" y="239821"/>
                      <a:pt x="328533" y="236981"/>
                      <a:pt x="326862" y="234141"/>
                    </a:cubicBezTo>
                    <a:cubicBezTo>
                      <a:pt x="325860" y="232387"/>
                      <a:pt x="324857" y="230716"/>
                      <a:pt x="323855" y="228962"/>
                    </a:cubicBezTo>
                    <a:cubicBezTo>
                      <a:pt x="322184" y="226038"/>
                      <a:pt x="320430" y="223115"/>
                      <a:pt x="318759" y="220275"/>
                    </a:cubicBezTo>
                    <a:cubicBezTo>
                      <a:pt x="317172" y="217601"/>
                      <a:pt x="315585" y="215012"/>
                      <a:pt x="313914" y="212423"/>
                    </a:cubicBezTo>
                    <a:cubicBezTo>
                      <a:pt x="310490" y="207076"/>
                      <a:pt x="306981" y="201731"/>
                      <a:pt x="303389" y="196468"/>
                    </a:cubicBezTo>
                    <a:cubicBezTo>
                      <a:pt x="300299" y="191957"/>
                      <a:pt x="297124" y="187530"/>
                      <a:pt x="294034" y="183270"/>
                    </a:cubicBezTo>
                    <a:cubicBezTo>
                      <a:pt x="293031" y="181766"/>
                      <a:pt x="292029" y="180430"/>
                      <a:pt x="291027" y="179093"/>
                    </a:cubicBezTo>
                    <a:cubicBezTo>
                      <a:pt x="289105" y="176504"/>
                      <a:pt x="287184" y="173998"/>
                      <a:pt x="285179" y="171575"/>
                    </a:cubicBezTo>
                    <a:cubicBezTo>
                      <a:pt x="284093" y="170239"/>
                      <a:pt x="283007" y="168819"/>
                      <a:pt x="281838" y="167482"/>
                    </a:cubicBezTo>
                    <a:cubicBezTo>
                      <a:pt x="280919" y="166313"/>
                      <a:pt x="280000" y="165143"/>
                      <a:pt x="279082" y="163974"/>
                    </a:cubicBezTo>
                    <a:cubicBezTo>
                      <a:pt x="278162" y="162804"/>
                      <a:pt x="277160" y="161635"/>
                      <a:pt x="276158" y="160466"/>
                    </a:cubicBezTo>
                    <a:cubicBezTo>
                      <a:pt x="273819" y="157625"/>
                      <a:pt x="271396" y="154786"/>
                      <a:pt x="268974" y="152029"/>
                    </a:cubicBezTo>
                    <a:cubicBezTo>
                      <a:pt x="252101" y="133067"/>
                      <a:pt x="233473" y="115609"/>
                      <a:pt x="213676" y="100072"/>
                    </a:cubicBezTo>
                    <a:cubicBezTo>
                      <a:pt x="207411" y="95060"/>
                      <a:pt x="93055" y="25060"/>
                      <a:pt x="17625" y="0"/>
                    </a:cubicBezTo>
                    <a:cubicBezTo>
                      <a:pt x="13616" y="12530"/>
                      <a:pt x="7601" y="24057"/>
                      <a:pt x="0" y="34415"/>
                    </a:cubicBezTo>
                    <a:cubicBezTo>
                      <a:pt x="65155" y="38091"/>
                      <a:pt x="227375" y="137160"/>
                      <a:pt x="234893" y="143091"/>
                    </a:cubicBezTo>
                    <a:cubicBezTo>
                      <a:pt x="254690" y="158628"/>
                      <a:pt x="273318" y="176086"/>
                      <a:pt x="290191" y="195048"/>
                    </a:cubicBezTo>
                    <a:cubicBezTo>
                      <a:pt x="292614" y="197804"/>
                      <a:pt x="295036" y="200645"/>
                      <a:pt x="297375" y="203485"/>
                    </a:cubicBezTo>
                    <a:cubicBezTo>
                      <a:pt x="298378" y="204654"/>
                      <a:pt x="299380" y="205824"/>
                      <a:pt x="300299" y="206993"/>
                    </a:cubicBezTo>
                    <a:cubicBezTo>
                      <a:pt x="301217" y="208162"/>
                      <a:pt x="302137" y="209332"/>
                      <a:pt x="303055" y="210501"/>
                    </a:cubicBezTo>
                    <a:cubicBezTo>
                      <a:pt x="304225" y="211838"/>
                      <a:pt x="305310" y="213258"/>
                      <a:pt x="306396" y="214594"/>
                    </a:cubicBezTo>
                    <a:cubicBezTo>
                      <a:pt x="308402" y="217017"/>
                      <a:pt x="310323" y="219523"/>
                      <a:pt x="312244" y="222113"/>
                    </a:cubicBezTo>
                    <a:cubicBezTo>
                      <a:pt x="313246" y="223449"/>
                      <a:pt x="314248" y="224786"/>
                      <a:pt x="315251" y="226289"/>
                    </a:cubicBezTo>
                    <a:cubicBezTo>
                      <a:pt x="318341" y="230549"/>
                      <a:pt x="321516" y="234976"/>
                      <a:pt x="324606" y="239487"/>
                    </a:cubicBezTo>
                    <a:cubicBezTo>
                      <a:pt x="328199" y="244749"/>
                      <a:pt x="331707" y="250096"/>
                      <a:pt x="335131" y="255442"/>
                    </a:cubicBezTo>
                    <a:cubicBezTo>
                      <a:pt x="336802" y="258031"/>
                      <a:pt x="338389" y="260621"/>
                      <a:pt x="339976" y="263294"/>
                    </a:cubicBezTo>
                    <a:cubicBezTo>
                      <a:pt x="341647" y="266134"/>
                      <a:pt x="343401" y="269058"/>
                      <a:pt x="345072" y="271981"/>
                    </a:cubicBezTo>
                    <a:cubicBezTo>
                      <a:pt x="346074" y="273735"/>
                      <a:pt x="347077" y="275406"/>
                      <a:pt x="348079" y="277160"/>
                    </a:cubicBezTo>
                    <a:cubicBezTo>
                      <a:pt x="348246" y="277411"/>
                      <a:pt x="348330" y="277661"/>
                      <a:pt x="348497" y="277912"/>
                    </a:cubicBezTo>
                    <a:cubicBezTo>
                      <a:pt x="347661" y="275907"/>
                      <a:pt x="346826" y="273986"/>
                      <a:pt x="345907" y="27198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29"/>
              <p:cNvSpPr/>
              <p:nvPr/>
            </p:nvSpPr>
            <p:spPr>
              <a:xfrm>
                <a:off x="6279027" y="4843848"/>
                <a:ext cx="1728057" cy="1614449"/>
              </a:xfrm>
              <a:custGeom>
                <a:avLst/>
                <a:gdLst/>
                <a:ahLst/>
                <a:cxnLst/>
                <a:rect l="l" t="t" r="r" b="b"/>
                <a:pathLst>
                  <a:path w="1728057" h="1614449" extrusionOk="0">
                    <a:moveTo>
                      <a:pt x="613620" y="1614449"/>
                    </a:moveTo>
                    <a:cubicBezTo>
                      <a:pt x="612784" y="1614449"/>
                      <a:pt x="611949" y="1614366"/>
                      <a:pt x="611114" y="1614115"/>
                    </a:cubicBezTo>
                    <a:cubicBezTo>
                      <a:pt x="608524" y="1613447"/>
                      <a:pt x="605350" y="1612945"/>
                      <a:pt x="601758" y="1612277"/>
                    </a:cubicBezTo>
                    <a:cubicBezTo>
                      <a:pt x="580708" y="1608518"/>
                      <a:pt x="541531" y="1601501"/>
                      <a:pt x="518978" y="1565917"/>
                    </a:cubicBezTo>
                    <a:cubicBezTo>
                      <a:pt x="513465" y="1557229"/>
                      <a:pt x="509121" y="1547205"/>
                      <a:pt x="506281" y="1536012"/>
                    </a:cubicBezTo>
                    <a:cubicBezTo>
                      <a:pt x="505028" y="1531251"/>
                      <a:pt x="503942" y="1525988"/>
                      <a:pt x="503023" y="1520057"/>
                    </a:cubicBezTo>
                    <a:cubicBezTo>
                      <a:pt x="495672" y="1473447"/>
                      <a:pt x="502856" y="1414723"/>
                      <a:pt x="507868" y="1383482"/>
                    </a:cubicBezTo>
                    <a:cubicBezTo>
                      <a:pt x="507868" y="1383148"/>
                      <a:pt x="507868" y="1382814"/>
                      <a:pt x="507951" y="1382564"/>
                    </a:cubicBezTo>
                    <a:cubicBezTo>
                      <a:pt x="509789" y="1371203"/>
                      <a:pt x="511794" y="1360093"/>
                      <a:pt x="513966" y="1349652"/>
                    </a:cubicBezTo>
                    <a:cubicBezTo>
                      <a:pt x="516889" y="1335702"/>
                      <a:pt x="520231" y="1322169"/>
                      <a:pt x="523572" y="1310475"/>
                    </a:cubicBezTo>
                    <a:cubicBezTo>
                      <a:pt x="525660" y="1303124"/>
                      <a:pt x="527915" y="1296275"/>
                      <a:pt x="530171" y="1290261"/>
                    </a:cubicBezTo>
                    <a:cubicBezTo>
                      <a:pt x="530338" y="1289676"/>
                      <a:pt x="530756" y="1288673"/>
                      <a:pt x="531173" y="1287671"/>
                    </a:cubicBezTo>
                    <a:cubicBezTo>
                      <a:pt x="531173" y="1287587"/>
                      <a:pt x="531591" y="1286668"/>
                      <a:pt x="531675" y="1286585"/>
                    </a:cubicBezTo>
                    <a:lnTo>
                      <a:pt x="533178" y="1283160"/>
                    </a:lnTo>
                    <a:cubicBezTo>
                      <a:pt x="535684" y="1277731"/>
                      <a:pt x="539192" y="1271466"/>
                      <a:pt x="543286" y="1264449"/>
                    </a:cubicBezTo>
                    <a:cubicBezTo>
                      <a:pt x="536269" y="1268124"/>
                      <a:pt x="528834" y="1270797"/>
                      <a:pt x="520982" y="1272635"/>
                    </a:cubicBezTo>
                    <a:cubicBezTo>
                      <a:pt x="518894" y="1273554"/>
                      <a:pt x="511877" y="1277146"/>
                      <a:pt x="504527" y="1280988"/>
                    </a:cubicBezTo>
                    <a:cubicBezTo>
                      <a:pt x="470696" y="1298363"/>
                      <a:pt x="391507" y="1339043"/>
                      <a:pt x="305469" y="1371871"/>
                    </a:cubicBezTo>
                    <a:cubicBezTo>
                      <a:pt x="305302" y="1371871"/>
                      <a:pt x="304717" y="1372122"/>
                      <a:pt x="304550" y="1372206"/>
                    </a:cubicBezTo>
                    <a:cubicBezTo>
                      <a:pt x="304216" y="1372289"/>
                      <a:pt x="303882" y="1372372"/>
                      <a:pt x="303631" y="1372540"/>
                    </a:cubicBezTo>
                    <a:cubicBezTo>
                      <a:pt x="303381" y="1372623"/>
                      <a:pt x="303047" y="1372790"/>
                      <a:pt x="302796" y="1372874"/>
                    </a:cubicBezTo>
                    <a:cubicBezTo>
                      <a:pt x="275398" y="1382229"/>
                      <a:pt x="205314" y="1409461"/>
                      <a:pt x="151352" y="1430595"/>
                    </a:cubicBezTo>
                    <a:cubicBezTo>
                      <a:pt x="150266" y="1431012"/>
                      <a:pt x="148930" y="1431597"/>
                      <a:pt x="147677" y="1431931"/>
                    </a:cubicBezTo>
                    <a:lnTo>
                      <a:pt x="142581" y="1433936"/>
                    </a:lnTo>
                    <a:cubicBezTo>
                      <a:pt x="141996" y="1434187"/>
                      <a:pt x="141495" y="1434354"/>
                      <a:pt x="140994" y="1434520"/>
                    </a:cubicBezTo>
                    <a:lnTo>
                      <a:pt x="137569" y="1435857"/>
                    </a:lnTo>
                    <a:cubicBezTo>
                      <a:pt x="137151" y="1436024"/>
                      <a:pt x="136400" y="1436358"/>
                      <a:pt x="135648" y="1436609"/>
                    </a:cubicBezTo>
                    <a:lnTo>
                      <a:pt x="128882" y="1439198"/>
                    </a:lnTo>
                    <a:cubicBezTo>
                      <a:pt x="128882" y="1439198"/>
                      <a:pt x="128715" y="1439282"/>
                      <a:pt x="128548" y="1439365"/>
                    </a:cubicBezTo>
                    <a:cubicBezTo>
                      <a:pt x="124455" y="1441203"/>
                      <a:pt x="118775" y="1439950"/>
                      <a:pt x="115934" y="1436191"/>
                    </a:cubicBezTo>
                    <a:cubicBezTo>
                      <a:pt x="113929" y="1433602"/>
                      <a:pt x="113261" y="1430260"/>
                      <a:pt x="114180" y="1427086"/>
                    </a:cubicBezTo>
                    <a:cubicBezTo>
                      <a:pt x="114180" y="1426752"/>
                      <a:pt x="114347" y="1425833"/>
                      <a:pt x="114431" y="1425416"/>
                    </a:cubicBezTo>
                    <a:cubicBezTo>
                      <a:pt x="114431" y="1425416"/>
                      <a:pt x="114514" y="1424497"/>
                      <a:pt x="114598" y="1424497"/>
                    </a:cubicBezTo>
                    <a:cubicBezTo>
                      <a:pt x="115015" y="1421907"/>
                      <a:pt x="115183" y="1419067"/>
                      <a:pt x="115433" y="1415977"/>
                    </a:cubicBezTo>
                    <a:cubicBezTo>
                      <a:pt x="115684" y="1412970"/>
                      <a:pt x="115851" y="1409712"/>
                      <a:pt x="115934" y="1406370"/>
                    </a:cubicBezTo>
                    <a:cubicBezTo>
                      <a:pt x="116352" y="1392838"/>
                      <a:pt x="116101" y="1377217"/>
                      <a:pt x="115934" y="1364688"/>
                    </a:cubicBezTo>
                    <a:cubicBezTo>
                      <a:pt x="115851" y="1358423"/>
                      <a:pt x="115767" y="1352826"/>
                      <a:pt x="115767" y="1348399"/>
                    </a:cubicBezTo>
                    <a:cubicBezTo>
                      <a:pt x="115767" y="1343972"/>
                      <a:pt x="115684" y="1339461"/>
                      <a:pt x="115517" y="1335034"/>
                    </a:cubicBezTo>
                    <a:cubicBezTo>
                      <a:pt x="115350" y="1327349"/>
                      <a:pt x="114932" y="1319998"/>
                      <a:pt x="114264" y="1312981"/>
                    </a:cubicBezTo>
                    <a:cubicBezTo>
                      <a:pt x="114097" y="1310642"/>
                      <a:pt x="113929" y="1308554"/>
                      <a:pt x="113679" y="1306466"/>
                    </a:cubicBezTo>
                    <a:cubicBezTo>
                      <a:pt x="113428" y="1303375"/>
                      <a:pt x="113094" y="1300535"/>
                      <a:pt x="112760" y="1297695"/>
                    </a:cubicBezTo>
                    <a:cubicBezTo>
                      <a:pt x="112593" y="1295941"/>
                      <a:pt x="112426" y="1294688"/>
                      <a:pt x="112259" y="1293351"/>
                    </a:cubicBezTo>
                    <a:cubicBezTo>
                      <a:pt x="111841" y="1289843"/>
                      <a:pt x="111507" y="1286835"/>
                      <a:pt x="111089" y="1283828"/>
                    </a:cubicBezTo>
                    <a:cubicBezTo>
                      <a:pt x="110254" y="1278315"/>
                      <a:pt x="109419" y="1272719"/>
                      <a:pt x="108333" y="1267122"/>
                    </a:cubicBezTo>
                    <a:cubicBezTo>
                      <a:pt x="107832" y="1263780"/>
                      <a:pt x="107163" y="1260773"/>
                      <a:pt x="106579" y="1257850"/>
                    </a:cubicBezTo>
                    <a:cubicBezTo>
                      <a:pt x="106579" y="1257683"/>
                      <a:pt x="106412" y="1257182"/>
                      <a:pt x="106412" y="1257014"/>
                    </a:cubicBezTo>
                    <a:cubicBezTo>
                      <a:pt x="106161" y="1255177"/>
                      <a:pt x="105660" y="1253255"/>
                      <a:pt x="105242" y="1251501"/>
                    </a:cubicBezTo>
                    <a:cubicBezTo>
                      <a:pt x="104323" y="1246740"/>
                      <a:pt x="103405" y="1242647"/>
                      <a:pt x="102319" y="1238470"/>
                    </a:cubicBezTo>
                    <a:cubicBezTo>
                      <a:pt x="101567" y="1235045"/>
                      <a:pt x="100732" y="1231871"/>
                      <a:pt x="99896" y="1228697"/>
                    </a:cubicBezTo>
                    <a:cubicBezTo>
                      <a:pt x="98560" y="1223184"/>
                      <a:pt x="97056" y="1218005"/>
                      <a:pt x="95553" y="1212910"/>
                    </a:cubicBezTo>
                    <a:cubicBezTo>
                      <a:pt x="94049" y="1207647"/>
                      <a:pt x="92378" y="1202552"/>
                      <a:pt x="90791" y="1197539"/>
                    </a:cubicBezTo>
                    <a:cubicBezTo>
                      <a:pt x="89956" y="1194866"/>
                      <a:pt x="89204" y="1192528"/>
                      <a:pt x="88369" y="1190189"/>
                    </a:cubicBezTo>
                    <a:cubicBezTo>
                      <a:pt x="87450" y="1187432"/>
                      <a:pt x="86615" y="1185093"/>
                      <a:pt x="85696" y="1182671"/>
                    </a:cubicBezTo>
                    <a:cubicBezTo>
                      <a:pt x="82104" y="1172480"/>
                      <a:pt x="78178" y="1162707"/>
                      <a:pt x="74168" y="1153435"/>
                    </a:cubicBezTo>
                    <a:cubicBezTo>
                      <a:pt x="72832" y="1150177"/>
                      <a:pt x="71412" y="1147086"/>
                      <a:pt x="69992" y="1143995"/>
                    </a:cubicBezTo>
                    <a:cubicBezTo>
                      <a:pt x="68572" y="1140738"/>
                      <a:pt x="67068" y="1137563"/>
                      <a:pt x="65564" y="1134389"/>
                    </a:cubicBezTo>
                    <a:lnTo>
                      <a:pt x="64980" y="1133136"/>
                    </a:lnTo>
                    <a:cubicBezTo>
                      <a:pt x="63727" y="1130463"/>
                      <a:pt x="62390" y="1127874"/>
                      <a:pt x="61137" y="1125284"/>
                    </a:cubicBezTo>
                    <a:cubicBezTo>
                      <a:pt x="57378" y="1117683"/>
                      <a:pt x="53369" y="1110583"/>
                      <a:pt x="50362" y="1105153"/>
                    </a:cubicBezTo>
                    <a:cubicBezTo>
                      <a:pt x="41925" y="1090618"/>
                      <a:pt x="33571" y="1077838"/>
                      <a:pt x="25469" y="1067313"/>
                    </a:cubicBezTo>
                    <a:cubicBezTo>
                      <a:pt x="24633" y="1066227"/>
                      <a:pt x="23798" y="1065225"/>
                      <a:pt x="23047" y="1064222"/>
                    </a:cubicBezTo>
                    <a:lnTo>
                      <a:pt x="22462" y="1063554"/>
                    </a:lnTo>
                    <a:cubicBezTo>
                      <a:pt x="15696" y="1055117"/>
                      <a:pt x="9431" y="1048435"/>
                      <a:pt x="3750" y="1043673"/>
                    </a:cubicBezTo>
                    <a:cubicBezTo>
                      <a:pt x="994" y="1041418"/>
                      <a:pt x="-343" y="1037826"/>
                      <a:pt x="75" y="1034318"/>
                    </a:cubicBezTo>
                    <a:cubicBezTo>
                      <a:pt x="493" y="1030809"/>
                      <a:pt x="2832" y="1027718"/>
                      <a:pt x="6006" y="1026215"/>
                    </a:cubicBezTo>
                    <a:lnTo>
                      <a:pt x="18536" y="1020368"/>
                    </a:lnTo>
                    <a:cubicBezTo>
                      <a:pt x="60719" y="1000654"/>
                      <a:pt x="131304" y="967575"/>
                      <a:pt x="226531" y="942181"/>
                    </a:cubicBezTo>
                    <a:cubicBezTo>
                      <a:pt x="226615" y="942181"/>
                      <a:pt x="226782" y="942181"/>
                      <a:pt x="226949" y="942098"/>
                    </a:cubicBezTo>
                    <a:cubicBezTo>
                      <a:pt x="226949" y="942098"/>
                      <a:pt x="227116" y="942098"/>
                      <a:pt x="227199" y="942098"/>
                    </a:cubicBezTo>
                    <a:cubicBezTo>
                      <a:pt x="298285" y="923052"/>
                      <a:pt x="371543" y="904425"/>
                      <a:pt x="430433" y="889472"/>
                    </a:cubicBezTo>
                    <a:cubicBezTo>
                      <a:pt x="473787" y="878446"/>
                      <a:pt x="508286" y="869675"/>
                      <a:pt x="528751" y="864079"/>
                    </a:cubicBezTo>
                    <a:cubicBezTo>
                      <a:pt x="529169" y="863911"/>
                      <a:pt x="529503" y="863745"/>
                      <a:pt x="529920" y="863661"/>
                    </a:cubicBezTo>
                    <a:lnTo>
                      <a:pt x="541364" y="860487"/>
                    </a:lnTo>
                    <a:cubicBezTo>
                      <a:pt x="542283" y="860236"/>
                      <a:pt x="543202" y="859902"/>
                      <a:pt x="543954" y="859651"/>
                    </a:cubicBezTo>
                    <a:cubicBezTo>
                      <a:pt x="545792" y="850713"/>
                      <a:pt x="547629" y="837348"/>
                      <a:pt x="549467" y="818637"/>
                    </a:cubicBezTo>
                    <a:lnTo>
                      <a:pt x="549467" y="818637"/>
                    </a:lnTo>
                    <a:cubicBezTo>
                      <a:pt x="549467" y="818637"/>
                      <a:pt x="549467" y="818220"/>
                      <a:pt x="549467" y="817969"/>
                    </a:cubicBezTo>
                    <a:cubicBezTo>
                      <a:pt x="551221" y="799341"/>
                      <a:pt x="552641" y="780212"/>
                      <a:pt x="553644" y="757993"/>
                    </a:cubicBezTo>
                    <a:cubicBezTo>
                      <a:pt x="554061" y="749807"/>
                      <a:pt x="554395" y="741871"/>
                      <a:pt x="554813" y="734019"/>
                    </a:cubicBezTo>
                    <a:cubicBezTo>
                      <a:pt x="556233" y="703279"/>
                      <a:pt x="557570" y="674293"/>
                      <a:pt x="561496" y="641298"/>
                    </a:cubicBezTo>
                    <a:cubicBezTo>
                      <a:pt x="568095" y="587253"/>
                      <a:pt x="581293" y="531119"/>
                      <a:pt x="603011" y="464795"/>
                    </a:cubicBezTo>
                    <a:cubicBezTo>
                      <a:pt x="603930" y="461954"/>
                      <a:pt x="606185" y="458362"/>
                      <a:pt x="618548" y="441155"/>
                    </a:cubicBezTo>
                    <a:cubicBezTo>
                      <a:pt x="622892" y="435140"/>
                      <a:pt x="628656" y="426954"/>
                      <a:pt x="630159" y="424532"/>
                    </a:cubicBezTo>
                    <a:lnTo>
                      <a:pt x="630410" y="423863"/>
                    </a:lnTo>
                    <a:cubicBezTo>
                      <a:pt x="631078" y="421942"/>
                      <a:pt x="631746" y="419938"/>
                      <a:pt x="632414" y="418016"/>
                    </a:cubicBezTo>
                    <a:lnTo>
                      <a:pt x="633667" y="414592"/>
                    </a:lnTo>
                    <a:cubicBezTo>
                      <a:pt x="635004" y="411417"/>
                      <a:pt x="636006" y="408744"/>
                      <a:pt x="636925" y="406155"/>
                    </a:cubicBezTo>
                    <a:lnTo>
                      <a:pt x="638345" y="402396"/>
                    </a:lnTo>
                    <a:cubicBezTo>
                      <a:pt x="639515" y="399472"/>
                      <a:pt x="640684" y="396799"/>
                      <a:pt x="641770" y="394126"/>
                    </a:cubicBezTo>
                    <a:lnTo>
                      <a:pt x="643274" y="390534"/>
                    </a:lnTo>
                    <a:cubicBezTo>
                      <a:pt x="674598" y="327217"/>
                      <a:pt x="862964" y="78792"/>
                      <a:pt x="903226" y="42789"/>
                    </a:cubicBezTo>
                    <a:cubicBezTo>
                      <a:pt x="903477" y="42622"/>
                      <a:pt x="903644" y="42455"/>
                      <a:pt x="903894" y="42204"/>
                    </a:cubicBezTo>
                    <a:cubicBezTo>
                      <a:pt x="904145" y="42037"/>
                      <a:pt x="904396" y="41871"/>
                      <a:pt x="904563" y="41620"/>
                    </a:cubicBezTo>
                    <a:cubicBezTo>
                      <a:pt x="905398" y="40785"/>
                      <a:pt x="906317" y="40116"/>
                      <a:pt x="907319" y="39615"/>
                    </a:cubicBezTo>
                    <a:lnTo>
                      <a:pt x="916925" y="34937"/>
                    </a:lnTo>
                    <a:lnTo>
                      <a:pt x="949169" y="6369"/>
                    </a:lnTo>
                    <a:cubicBezTo>
                      <a:pt x="949837" y="5785"/>
                      <a:pt x="950672" y="5200"/>
                      <a:pt x="951508" y="4782"/>
                    </a:cubicBezTo>
                    <a:cubicBezTo>
                      <a:pt x="987009" y="-12509"/>
                      <a:pt x="1027606" y="20486"/>
                      <a:pt x="1063441" y="49555"/>
                    </a:cubicBezTo>
                    <a:cubicBezTo>
                      <a:pt x="1081651" y="64341"/>
                      <a:pt x="1102367" y="81131"/>
                      <a:pt x="1112391" y="81131"/>
                    </a:cubicBezTo>
                    <a:cubicBezTo>
                      <a:pt x="1176878" y="74949"/>
                      <a:pt x="1356472" y="186047"/>
                      <a:pt x="1363990" y="191978"/>
                    </a:cubicBezTo>
                    <a:cubicBezTo>
                      <a:pt x="1384289" y="207933"/>
                      <a:pt x="1403334" y="225808"/>
                      <a:pt x="1420541" y="245188"/>
                    </a:cubicBezTo>
                    <a:cubicBezTo>
                      <a:pt x="1423048" y="248112"/>
                      <a:pt x="1425554" y="250952"/>
                      <a:pt x="1427976" y="253876"/>
                    </a:cubicBezTo>
                    <a:cubicBezTo>
                      <a:pt x="1429313" y="255379"/>
                      <a:pt x="1430231" y="256465"/>
                      <a:pt x="1431066" y="257551"/>
                    </a:cubicBezTo>
                    <a:lnTo>
                      <a:pt x="1433823" y="261059"/>
                    </a:lnTo>
                    <a:cubicBezTo>
                      <a:pt x="1434324" y="261644"/>
                      <a:pt x="1435243" y="262730"/>
                      <a:pt x="1436079" y="263732"/>
                    </a:cubicBezTo>
                    <a:lnTo>
                      <a:pt x="1437081" y="264985"/>
                    </a:lnTo>
                    <a:cubicBezTo>
                      <a:pt x="1439169" y="267491"/>
                      <a:pt x="1441174" y="270164"/>
                      <a:pt x="1443262" y="272921"/>
                    </a:cubicBezTo>
                    <a:cubicBezTo>
                      <a:pt x="1444432" y="274508"/>
                      <a:pt x="1445518" y="275928"/>
                      <a:pt x="1446604" y="277515"/>
                    </a:cubicBezTo>
                    <a:cubicBezTo>
                      <a:pt x="1449527" y="281525"/>
                      <a:pt x="1452702" y="286035"/>
                      <a:pt x="1455876" y="290629"/>
                    </a:cubicBezTo>
                    <a:cubicBezTo>
                      <a:pt x="1459551" y="295976"/>
                      <a:pt x="1463059" y="301405"/>
                      <a:pt x="1466568" y="306835"/>
                    </a:cubicBezTo>
                    <a:cubicBezTo>
                      <a:pt x="1468322" y="309508"/>
                      <a:pt x="1469909" y="312181"/>
                      <a:pt x="1471580" y="314938"/>
                    </a:cubicBezTo>
                    <a:lnTo>
                      <a:pt x="1473334" y="317945"/>
                    </a:lnTo>
                    <a:cubicBezTo>
                      <a:pt x="1474503" y="319866"/>
                      <a:pt x="1475673" y="321870"/>
                      <a:pt x="1476759" y="323792"/>
                    </a:cubicBezTo>
                    <a:lnTo>
                      <a:pt x="1479766" y="328971"/>
                    </a:lnTo>
                    <a:cubicBezTo>
                      <a:pt x="1481437" y="331894"/>
                      <a:pt x="1483107" y="334901"/>
                      <a:pt x="1484695" y="337993"/>
                    </a:cubicBezTo>
                    <a:cubicBezTo>
                      <a:pt x="1485196" y="338828"/>
                      <a:pt x="1485947" y="340248"/>
                      <a:pt x="1486699" y="341751"/>
                    </a:cubicBezTo>
                    <a:cubicBezTo>
                      <a:pt x="1488620" y="345343"/>
                      <a:pt x="1490458" y="348935"/>
                      <a:pt x="1492212" y="352611"/>
                    </a:cubicBezTo>
                    <a:cubicBezTo>
                      <a:pt x="1492797" y="353613"/>
                      <a:pt x="1493382" y="355117"/>
                      <a:pt x="1494050" y="356536"/>
                    </a:cubicBezTo>
                    <a:lnTo>
                      <a:pt x="1499229" y="367730"/>
                    </a:lnTo>
                    <a:cubicBezTo>
                      <a:pt x="1500649" y="370987"/>
                      <a:pt x="1502069" y="373995"/>
                      <a:pt x="1503322" y="377086"/>
                    </a:cubicBezTo>
                    <a:cubicBezTo>
                      <a:pt x="1505076" y="381346"/>
                      <a:pt x="1506830" y="385522"/>
                      <a:pt x="1508501" y="389866"/>
                    </a:cubicBezTo>
                    <a:cubicBezTo>
                      <a:pt x="1510005" y="393708"/>
                      <a:pt x="1511508" y="397718"/>
                      <a:pt x="1512845" y="401644"/>
                    </a:cubicBezTo>
                    <a:cubicBezTo>
                      <a:pt x="1512929" y="401978"/>
                      <a:pt x="1513012" y="402312"/>
                      <a:pt x="1513095" y="402646"/>
                    </a:cubicBezTo>
                    <a:lnTo>
                      <a:pt x="1513095" y="402646"/>
                    </a:lnTo>
                    <a:cubicBezTo>
                      <a:pt x="1513095" y="402646"/>
                      <a:pt x="1513095" y="402813"/>
                      <a:pt x="1513262" y="402980"/>
                    </a:cubicBezTo>
                    <a:cubicBezTo>
                      <a:pt x="1514515" y="406656"/>
                      <a:pt x="1515768" y="410331"/>
                      <a:pt x="1516938" y="413923"/>
                    </a:cubicBezTo>
                    <a:cubicBezTo>
                      <a:pt x="1518692" y="419353"/>
                      <a:pt x="1520196" y="424782"/>
                      <a:pt x="1521699" y="430296"/>
                    </a:cubicBezTo>
                    <a:cubicBezTo>
                      <a:pt x="1522367" y="432634"/>
                      <a:pt x="1522952" y="435140"/>
                      <a:pt x="1523620" y="437730"/>
                    </a:cubicBezTo>
                    <a:lnTo>
                      <a:pt x="1524372" y="441071"/>
                    </a:lnTo>
                    <a:cubicBezTo>
                      <a:pt x="1524623" y="441990"/>
                      <a:pt x="1524957" y="443327"/>
                      <a:pt x="1525208" y="444663"/>
                    </a:cubicBezTo>
                    <a:cubicBezTo>
                      <a:pt x="1525709" y="446918"/>
                      <a:pt x="1526293" y="449842"/>
                      <a:pt x="1526878" y="452682"/>
                    </a:cubicBezTo>
                    <a:lnTo>
                      <a:pt x="1527212" y="454186"/>
                    </a:lnTo>
                    <a:cubicBezTo>
                      <a:pt x="1527463" y="455522"/>
                      <a:pt x="1527713" y="456608"/>
                      <a:pt x="1527797" y="457610"/>
                    </a:cubicBezTo>
                    <a:cubicBezTo>
                      <a:pt x="1528298" y="460117"/>
                      <a:pt x="1528799" y="463374"/>
                      <a:pt x="1529301" y="466632"/>
                    </a:cubicBezTo>
                    <a:lnTo>
                      <a:pt x="1529468" y="467634"/>
                    </a:lnTo>
                    <a:cubicBezTo>
                      <a:pt x="1529468" y="467634"/>
                      <a:pt x="1529635" y="468553"/>
                      <a:pt x="1529718" y="468804"/>
                    </a:cubicBezTo>
                    <a:cubicBezTo>
                      <a:pt x="1530136" y="472228"/>
                      <a:pt x="1530554" y="475737"/>
                      <a:pt x="1530971" y="479162"/>
                    </a:cubicBezTo>
                    <a:lnTo>
                      <a:pt x="1531138" y="480331"/>
                    </a:lnTo>
                    <a:cubicBezTo>
                      <a:pt x="1537821" y="561107"/>
                      <a:pt x="1560458" y="685319"/>
                      <a:pt x="1589527" y="757074"/>
                    </a:cubicBezTo>
                    <a:cubicBezTo>
                      <a:pt x="1620351" y="832838"/>
                      <a:pt x="1648668" y="916454"/>
                      <a:pt x="1627033" y="1031477"/>
                    </a:cubicBezTo>
                    <a:lnTo>
                      <a:pt x="1627033" y="1032313"/>
                    </a:lnTo>
                    <a:cubicBezTo>
                      <a:pt x="1627033" y="1032313"/>
                      <a:pt x="1626783" y="1033232"/>
                      <a:pt x="1626699" y="1033399"/>
                    </a:cubicBezTo>
                    <a:cubicBezTo>
                      <a:pt x="1623358" y="1053697"/>
                      <a:pt x="1645661" y="1116931"/>
                      <a:pt x="1667212" y="1178160"/>
                    </a:cubicBezTo>
                    <a:cubicBezTo>
                      <a:pt x="1703549" y="1281239"/>
                      <a:pt x="1744731" y="1398101"/>
                      <a:pt x="1721091" y="1446716"/>
                    </a:cubicBezTo>
                    <a:cubicBezTo>
                      <a:pt x="1721091" y="1446800"/>
                      <a:pt x="1721007" y="1446884"/>
                      <a:pt x="1720924" y="1447050"/>
                    </a:cubicBezTo>
                    <a:cubicBezTo>
                      <a:pt x="1719645" y="1449498"/>
                      <a:pt x="1697510" y="1460691"/>
                      <a:pt x="1654515" y="1480630"/>
                    </a:cubicBezTo>
                    <a:cubicBezTo>
                      <a:pt x="1612749" y="1500010"/>
                      <a:pt x="1549599" y="1529246"/>
                      <a:pt x="1543501" y="1533256"/>
                    </a:cubicBezTo>
                    <a:cubicBezTo>
                      <a:pt x="1524122" y="1546788"/>
                      <a:pt x="1425303" y="1612779"/>
                      <a:pt x="1395064" y="1574604"/>
                    </a:cubicBezTo>
                    <a:cubicBezTo>
                      <a:pt x="1394981" y="1574521"/>
                      <a:pt x="1394897" y="1574353"/>
                      <a:pt x="1394814" y="1574270"/>
                    </a:cubicBezTo>
                    <a:cubicBezTo>
                      <a:pt x="1386544" y="1567922"/>
                      <a:pt x="1325231" y="1557731"/>
                      <a:pt x="942904" y="1608268"/>
                    </a:cubicBezTo>
                    <a:cubicBezTo>
                      <a:pt x="849933" y="1620631"/>
                      <a:pt x="760470" y="1565249"/>
                      <a:pt x="730147" y="1476704"/>
                    </a:cubicBezTo>
                    <a:cubicBezTo>
                      <a:pt x="715111" y="1432599"/>
                      <a:pt x="708596" y="1418315"/>
                      <a:pt x="706174" y="1413805"/>
                    </a:cubicBezTo>
                    <a:cubicBezTo>
                      <a:pt x="675016" y="1407874"/>
                      <a:pt x="645529" y="1401776"/>
                      <a:pt x="630577" y="1398685"/>
                    </a:cubicBezTo>
                    <a:cubicBezTo>
                      <a:pt x="630577" y="1399520"/>
                      <a:pt x="630577" y="1400272"/>
                      <a:pt x="630410" y="1401191"/>
                    </a:cubicBezTo>
                    <a:cubicBezTo>
                      <a:pt x="626400" y="1454067"/>
                      <a:pt x="625983" y="1489067"/>
                      <a:pt x="625398" y="1533507"/>
                    </a:cubicBezTo>
                    <a:cubicBezTo>
                      <a:pt x="625147" y="1554139"/>
                      <a:pt x="624813" y="1576860"/>
                      <a:pt x="624145" y="1604175"/>
                    </a:cubicBezTo>
                    <a:cubicBezTo>
                      <a:pt x="624145" y="1607349"/>
                      <a:pt x="622558" y="1610273"/>
                      <a:pt x="620052" y="1612194"/>
                    </a:cubicBezTo>
                    <a:cubicBezTo>
                      <a:pt x="618214" y="1613614"/>
                      <a:pt x="615959" y="1614366"/>
                      <a:pt x="613703" y="1614366"/>
                    </a:cubicBezTo>
                    <a:close/>
                    <a:moveTo>
                      <a:pt x="528667" y="1385487"/>
                    </a:moveTo>
                    <a:cubicBezTo>
                      <a:pt x="528667" y="1385487"/>
                      <a:pt x="528667" y="1386155"/>
                      <a:pt x="528584" y="1386406"/>
                    </a:cubicBezTo>
                    <a:cubicBezTo>
                      <a:pt x="523739" y="1416227"/>
                      <a:pt x="516722" y="1472862"/>
                      <a:pt x="523655" y="1516883"/>
                    </a:cubicBezTo>
                    <a:cubicBezTo>
                      <a:pt x="524491" y="1522063"/>
                      <a:pt x="525410" y="1526657"/>
                      <a:pt x="526496" y="1530833"/>
                    </a:cubicBezTo>
                    <a:cubicBezTo>
                      <a:pt x="528834" y="1539855"/>
                      <a:pt x="532259" y="1547957"/>
                      <a:pt x="536603" y="1554807"/>
                    </a:cubicBezTo>
                    <a:cubicBezTo>
                      <a:pt x="553644" y="1581788"/>
                      <a:pt x="583130" y="1587803"/>
                      <a:pt x="603429" y="1591478"/>
                    </a:cubicBezTo>
                    <a:cubicBezTo>
                      <a:pt x="603930" y="1569593"/>
                      <a:pt x="604180" y="1550798"/>
                      <a:pt x="604431" y="1533423"/>
                    </a:cubicBezTo>
                    <a:cubicBezTo>
                      <a:pt x="605016" y="1488650"/>
                      <a:pt x="605517" y="1453315"/>
                      <a:pt x="609527" y="1399855"/>
                    </a:cubicBezTo>
                    <a:cubicBezTo>
                      <a:pt x="610028" y="1393172"/>
                      <a:pt x="608775" y="1389246"/>
                      <a:pt x="608775" y="1389163"/>
                    </a:cubicBezTo>
                    <a:cubicBezTo>
                      <a:pt x="607689" y="1385738"/>
                      <a:pt x="608441" y="1381812"/>
                      <a:pt x="610780" y="1379055"/>
                    </a:cubicBezTo>
                    <a:cubicBezTo>
                      <a:pt x="613118" y="1376299"/>
                      <a:pt x="616710" y="1374878"/>
                      <a:pt x="620302" y="1375463"/>
                    </a:cubicBezTo>
                    <a:cubicBezTo>
                      <a:pt x="620469" y="1375463"/>
                      <a:pt x="621555" y="1375714"/>
                      <a:pt x="621722" y="1375714"/>
                    </a:cubicBezTo>
                    <a:lnTo>
                      <a:pt x="625815" y="1376549"/>
                    </a:lnTo>
                    <a:cubicBezTo>
                      <a:pt x="633250" y="1378136"/>
                      <a:pt x="672176" y="1386323"/>
                      <a:pt x="713274" y="1394175"/>
                    </a:cubicBezTo>
                    <a:cubicBezTo>
                      <a:pt x="713942" y="1394341"/>
                      <a:pt x="714610" y="1394509"/>
                      <a:pt x="715279" y="1394759"/>
                    </a:cubicBezTo>
                    <a:cubicBezTo>
                      <a:pt x="715696" y="1394926"/>
                      <a:pt x="716197" y="1395093"/>
                      <a:pt x="716448" y="1395260"/>
                    </a:cubicBezTo>
                    <a:cubicBezTo>
                      <a:pt x="716866" y="1395427"/>
                      <a:pt x="717200" y="1395678"/>
                      <a:pt x="717617" y="1395929"/>
                    </a:cubicBezTo>
                    <a:cubicBezTo>
                      <a:pt x="721710" y="1398518"/>
                      <a:pt x="726305" y="1401442"/>
                      <a:pt x="749694" y="1470189"/>
                    </a:cubicBezTo>
                    <a:cubicBezTo>
                      <a:pt x="776758" y="1549377"/>
                      <a:pt x="856782" y="1598829"/>
                      <a:pt x="939897" y="1587803"/>
                    </a:cubicBezTo>
                    <a:cubicBezTo>
                      <a:pt x="1385040" y="1528912"/>
                      <a:pt x="1402582" y="1550881"/>
                      <a:pt x="1410935" y="1561490"/>
                    </a:cubicBezTo>
                    <a:cubicBezTo>
                      <a:pt x="1411186" y="1561824"/>
                      <a:pt x="1411437" y="1562074"/>
                      <a:pt x="1411604" y="1562325"/>
                    </a:cubicBezTo>
                    <a:cubicBezTo>
                      <a:pt x="1423214" y="1574604"/>
                      <a:pt x="1477594" y="1553805"/>
                      <a:pt x="1531389" y="1516215"/>
                    </a:cubicBezTo>
                    <a:cubicBezTo>
                      <a:pt x="1536902" y="1512373"/>
                      <a:pt x="1571067" y="1496335"/>
                      <a:pt x="1645494" y="1461836"/>
                    </a:cubicBezTo>
                    <a:cubicBezTo>
                      <a:pt x="1669885" y="1450475"/>
                      <a:pt x="1695112" y="1438864"/>
                      <a:pt x="1703382" y="1434771"/>
                    </a:cubicBezTo>
                    <a:cubicBezTo>
                      <a:pt x="1720005" y="1391585"/>
                      <a:pt x="1679826" y="1277396"/>
                      <a:pt x="1647332" y="1185260"/>
                    </a:cubicBezTo>
                    <a:cubicBezTo>
                      <a:pt x="1619014" y="1104986"/>
                      <a:pt x="1601890" y="1054532"/>
                      <a:pt x="1605899" y="1030141"/>
                    </a:cubicBezTo>
                    <a:cubicBezTo>
                      <a:pt x="1605899" y="1030057"/>
                      <a:pt x="1605983" y="1029473"/>
                      <a:pt x="1606067" y="1028971"/>
                    </a:cubicBezTo>
                    <a:cubicBezTo>
                      <a:pt x="1606067" y="1028721"/>
                      <a:pt x="1606234" y="1027969"/>
                      <a:pt x="1606234" y="1027802"/>
                    </a:cubicBezTo>
                    <a:cubicBezTo>
                      <a:pt x="1626783" y="918375"/>
                      <a:pt x="1599551" y="838017"/>
                      <a:pt x="1569897" y="765093"/>
                    </a:cubicBezTo>
                    <a:cubicBezTo>
                      <a:pt x="1539742" y="690582"/>
                      <a:pt x="1517022" y="566537"/>
                      <a:pt x="1510088" y="482503"/>
                    </a:cubicBezTo>
                    <a:lnTo>
                      <a:pt x="1510088" y="481585"/>
                    </a:lnTo>
                    <a:cubicBezTo>
                      <a:pt x="1509671" y="478410"/>
                      <a:pt x="1509253" y="475236"/>
                      <a:pt x="1508919" y="472145"/>
                    </a:cubicBezTo>
                    <a:cubicBezTo>
                      <a:pt x="1508752" y="471477"/>
                      <a:pt x="1508668" y="470809"/>
                      <a:pt x="1508585" y="470224"/>
                    </a:cubicBezTo>
                    <a:cubicBezTo>
                      <a:pt x="1508083" y="466883"/>
                      <a:pt x="1507582" y="463792"/>
                      <a:pt x="1506998" y="460702"/>
                    </a:cubicBezTo>
                    <a:cubicBezTo>
                      <a:pt x="1506830" y="459532"/>
                      <a:pt x="1506747" y="459114"/>
                      <a:pt x="1506664" y="458613"/>
                    </a:cubicBezTo>
                    <a:lnTo>
                      <a:pt x="1506329" y="456942"/>
                    </a:lnTo>
                    <a:cubicBezTo>
                      <a:pt x="1505744" y="454269"/>
                      <a:pt x="1505243" y="451513"/>
                      <a:pt x="1504575" y="448756"/>
                    </a:cubicBezTo>
                    <a:cubicBezTo>
                      <a:pt x="1504324" y="447503"/>
                      <a:pt x="1504157" y="446835"/>
                      <a:pt x="1503990" y="446250"/>
                    </a:cubicBezTo>
                    <a:lnTo>
                      <a:pt x="1503155" y="442658"/>
                    </a:lnTo>
                    <a:cubicBezTo>
                      <a:pt x="1502654" y="440486"/>
                      <a:pt x="1502069" y="438148"/>
                      <a:pt x="1501401" y="435976"/>
                    </a:cubicBezTo>
                    <a:cubicBezTo>
                      <a:pt x="1499981" y="430630"/>
                      <a:pt x="1498561" y="425534"/>
                      <a:pt x="1496890" y="420439"/>
                    </a:cubicBezTo>
                    <a:cubicBezTo>
                      <a:pt x="1495720" y="416847"/>
                      <a:pt x="1494551" y="413255"/>
                      <a:pt x="1493298" y="409663"/>
                    </a:cubicBezTo>
                    <a:cubicBezTo>
                      <a:pt x="1493298" y="409496"/>
                      <a:pt x="1493214" y="409413"/>
                      <a:pt x="1493131" y="409245"/>
                    </a:cubicBezTo>
                    <a:cubicBezTo>
                      <a:pt x="1493048" y="408995"/>
                      <a:pt x="1492964" y="408744"/>
                      <a:pt x="1492881" y="408494"/>
                    </a:cubicBezTo>
                    <a:cubicBezTo>
                      <a:pt x="1491627" y="404902"/>
                      <a:pt x="1490291" y="401226"/>
                      <a:pt x="1488871" y="397634"/>
                    </a:cubicBezTo>
                    <a:cubicBezTo>
                      <a:pt x="1487284" y="393458"/>
                      <a:pt x="1485697" y="389448"/>
                      <a:pt x="1483943" y="385439"/>
                    </a:cubicBezTo>
                    <a:cubicBezTo>
                      <a:pt x="1482689" y="382515"/>
                      <a:pt x="1481437" y="379508"/>
                      <a:pt x="1480100" y="376584"/>
                    </a:cubicBezTo>
                    <a:lnTo>
                      <a:pt x="1474837" y="365224"/>
                    </a:lnTo>
                    <a:cubicBezTo>
                      <a:pt x="1474420" y="364221"/>
                      <a:pt x="1473919" y="363135"/>
                      <a:pt x="1473417" y="362133"/>
                    </a:cubicBezTo>
                    <a:cubicBezTo>
                      <a:pt x="1471664" y="358458"/>
                      <a:pt x="1469993" y="355117"/>
                      <a:pt x="1468238" y="351859"/>
                    </a:cubicBezTo>
                    <a:cubicBezTo>
                      <a:pt x="1467487" y="350355"/>
                      <a:pt x="1466986" y="349353"/>
                      <a:pt x="1466401" y="348350"/>
                    </a:cubicBezTo>
                    <a:cubicBezTo>
                      <a:pt x="1464647" y="345009"/>
                      <a:pt x="1463227" y="342420"/>
                      <a:pt x="1461723" y="339746"/>
                    </a:cubicBezTo>
                    <a:lnTo>
                      <a:pt x="1458633" y="334484"/>
                    </a:lnTo>
                    <a:cubicBezTo>
                      <a:pt x="1457547" y="332646"/>
                      <a:pt x="1456461" y="330725"/>
                      <a:pt x="1455375" y="328887"/>
                    </a:cubicBezTo>
                    <a:lnTo>
                      <a:pt x="1453620" y="325880"/>
                    </a:lnTo>
                    <a:cubicBezTo>
                      <a:pt x="1452117" y="323374"/>
                      <a:pt x="1450613" y="320868"/>
                      <a:pt x="1449026" y="318446"/>
                    </a:cubicBezTo>
                    <a:cubicBezTo>
                      <a:pt x="1445601" y="313183"/>
                      <a:pt x="1442176" y="307921"/>
                      <a:pt x="1438668" y="302742"/>
                    </a:cubicBezTo>
                    <a:cubicBezTo>
                      <a:pt x="1435661" y="298315"/>
                      <a:pt x="1432487" y="293971"/>
                      <a:pt x="1429479" y="289794"/>
                    </a:cubicBezTo>
                    <a:cubicBezTo>
                      <a:pt x="1428393" y="288207"/>
                      <a:pt x="1427558" y="287038"/>
                      <a:pt x="1426723" y="285952"/>
                    </a:cubicBezTo>
                    <a:cubicBezTo>
                      <a:pt x="1424718" y="283279"/>
                      <a:pt x="1422964" y="280940"/>
                      <a:pt x="1421043" y="278601"/>
                    </a:cubicBezTo>
                    <a:lnTo>
                      <a:pt x="1419873" y="277181"/>
                    </a:lnTo>
                    <a:cubicBezTo>
                      <a:pt x="1419205" y="276346"/>
                      <a:pt x="1418620" y="275594"/>
                      <a:pt x="1417869" y="274759"/>
                    </a:cubicBezTo>
                    <a:lnTo>
                      <a:pt x="1414778" y="270832"/>
                    </a:lnTo>
                    <a:cubicBezTo>
                      <a:pt x="1414110" y="269997"/>
                      <a:pt x="1413358" y="269078"/>
                      <a:pt x="1412606" y="268159"/>
                    </a:cubicBezTo>
                    <a:cubicBezTo>
                      <a:pt x="1412606" y="268159"/>
                      <a:pt x="1412105" y="267574"/>
                      <a:pt x="1412021" y="267491"/>
                    </a:cubicBezTo>
                    <a:cubicBezTo>
                      <a:pt x="1409766" y="264735"/>
                      <a:pt x="1407427" y="261978"/>
                      <a:pt x="1405004" y="259305"/>
                    </a:cubicBezTo>
                    <a:cubicBezTo>
                      <a:pt x="1388632" y="240928"/>
                      <a:pt x="1370506" y="223887"/>
                      <a:pt x="1351126" y="208684"/>
                    </a:cubicBezTo>
                    <a:cubicBezTo>
                      <a:pt x="1337928" y="198577"/>
                      <a:pt x="1167856" y="97169"/>
                      <a:pt x="1115315" y="102181"/>
                    </a:cubicBezTo>
                    <a:cubicBezTo>
                      <a:pt x="1114730" y="102264"/>
                      <a:pt x="1113644" y="102348"/>
                      <a:pt x="1112474" y="102348"/>
                    </a:cubicBezTo>
                    <a:cubicBezTo>
                      <a:pt x="1095100" y="102348"/>
                      <a:pt x="1074384" y="85558"/>
                      <a:pt x="1050410" y="66095"/>
                    </a:cubicBezTo>
                    <a:cubicBezTo>
                      <a:pt x="1021424" y="42622"/>
                      <a:pt x="985506" y="13386"/>
                      <a:pt x="961949" y="23410"/>
                    </a:cubicBezTo>
                    <a:lnTo>
                      <a:pt x="929706" y="51978"/>
                    </a:lnTo>
                    <a:cubicBezTo>
                      <a:pt x="928787" y="52813"/>
                      <a:pt x="927701" y="53398"/>
                      <a:pt x="926615" y="53899"/>
                    </a:cubicBezTo>
                    <a:lnTo>
                      <a:pt x="917928" y="58076"/>
                    </a:lnTo>
                    <a:cubicBezTo>
                      <a:pt x="917928" y="58076"/>
                      <a:pt x="917260" y="58577"/>
                      <a:pt x="916925" y="58911"/>
                    </a:cubicBezTo>
                    <a:cubicBezTo>
                      <a:pt x="878584" y="93661"/>
                      <a:pt x="692057" y="339580"/>
                      <a:pt x="662319" y="399472"/>
                    </a:cubicBezTo>
                    <a:lnTo>
                      <a:pt x="660983" y="402563"/>
                    </a:lnTo>
                    <a:cubicBezTo>
                      <a:pt x="659897" y="405069"/>
                      <a:pt x="658811" y="407658"/>
                      <a:pt x="657725" y="410248"/>
                    </a:cubicBezTo>
                    <a:lnTo>
                      <a:pt x="656472" y="413673"/>
                    </a:lnTo>
                    <a:cubicBezTo>
                      <a:pt x="655386" y="416513"/>
                      <a:pt x="654300" y="419437"/>
                      <a:pt x="653131" y="422276"/>
                    </a:cubicBezTo>
                    <a:lnTo>
                      <a:pt x="652045" y="425367"/>
                    </a:lnTo>
                    <a:cubicBezTo>
                      <a:pt x="651376" y="427205"/>
                      <a:pt x="650792" y="428959"/>
                      <a:pt x="650207" y="430630"/>
                    </a:cubicBezTo>
                    <a:lnTo>
                      <a:pt x="649789" y="432049"/>
                    </a:lnTo>
                    <a:cubicBezTo>
                      <a:pt x="648787" y="434890"/>
                      <a:pt x="646782" y="437897"/>
                      <a:pt x="635589" y="453601"/>
                    </a:cubicBezTo>
                    <a:cubicBezTo>
                      <a:pt x="631078" y="459949"/>
                      <a:pt x="624228" y="469472"/>
                      <a:pt x="622725" y="472145"/>
                    </a:cubicBezTo>
                    <a:cubicBezTo>
                      <a:pt x="601508" y="537050"/>
                      <a:pt x="588644" y="591680"/>
                      <a:pt x="582295" y="644138"/>
                    </a:cubicBezTo>
                    <a:cubicBezTo>
                      <a:pt x="578453" y="676381"/>
                      <a:pt x="577116" y="705033"/>
                      <a:pt x="575696" y="735355"/>
                    </a:cubicBezTo>
                    <a:cubicBezTo>
                      <a:pt x="575362" y="743291"/>
                      <a:pt x="574944" y="751310"/>
                      <a:pt x="574527" y="759413"/>
                    </a:cubicBezTo>
                    <a:cubicBezTo>
                      <a:pt x="573441" y="782050"/>
                      <a:pt x="572104" y="801430"/>
                      <a:pt x="570266" y="820475"/>
                    </a:cubicBezTo>
                    <a:cubicBezTo>
                      <a:pt x="570266" y="820642"/>
                      <a:pt x="570266" y="820893"/>
                      <a:pt x="570266" y="821059"/>
                    </a:cubicBezTo>
                    <a:cubicBezTo>
                      <a:pt x="570266" y="821059"/>
                      <a:pt x="570266" y="821059"/>
                      <a:pt x="570266" y="821143"/>
                    </a:cubicBezTo>
                    <a:cubicBezTo>
                      <a:pt x="568178" y="841776"/>
                      <a:pt x="566257" y="855893"/>
                      <a:pt x="564169" y="865582"/>
                    </a:cubicBezTo>
                    <a:cubicBezTo>
                      <a:pt x="563835" y="867169"/>
                      <a:pt x="563500" y="868756"/>
                      <a:pt x="563166" y="870176"/>
                    </a:cubicBezTo>
                    <a:cubicBezTo>
                      <a:pt x="562331" y="873602"/>
                      <a:pt x="559908" y="876275"/>
                      <a:pt x="556651" y="877527"/>
                    </a:cubicBezTo>
                    <a:cubicBezTo>
                      <a:pt x="555815" y="877945"/>
                      <a:pt x="555147" y="878196"/>
                      <a:pt x="554813" y="878279"/>
                    </a:cubicBezTo>
                    <a:cubicBezTo>
                      <a:pt x="554562" y="878446"/>
                      <a:pt x="553894" y="878697"/>
                      <a:pt x="553226" y="878864"/>
                    </a:cubicBezTo>
                    <a:cubicBezTo>
                      <a:pt x="553226" y="878864"/>
                      <a:pt x="552474" y="879114"/>
                      <a:pt x="552391" y="879198"/>
                    </a:cubicBezTo>
                    <a:cubicBezTo>
                      <a:pt x="552223" y="879198"/>
                      <a:pt x="552056" y="879365"/>
                      <a:pt x="551889" y="879365"/>
                    </a:cubicBezTo>
                    <a:cubicBezTo>
                      <a:pt x="550636" y="879866"/>
                      <a:pt x="549133" y="880368"/>
                      <a:pt x="547212" y="880952"/>
                    </a:cubicBezTo>
                    <a:lnTo>
                      <a:pt x="536770" y="883876"/>
                    </a:lnTo>
                    <a:cubicBezTo>
                      <a:pt x="536770" y="883876"/>
                      <a:pt x="535935" y="884210"/>
                      <a:pt x="535517" y="884293"/>
                    </a:cubicBezTo>
                    <a:cubicBezTo>
                      <a:pt x="515052" y="889890"/>
                      <a:pt x="480052" y="898828"/>
                      <a:pt x="435696" y="910105"/>
                    </a:cubicBezTo>
                    <a:cubicBezTo>
                      <a:pt x="376889" y="925057"/>
                      <a:pt x="303715" y="943685"/>
                      <a:pt x="232796" y="962647"/>
                    </a:cubicBezTo>
                    <a:lnTo>
                      <a:pt x="232796" y="962647"/>
                    </a:lnTo>
                    <a:cubicBezTo>
                      <a:pt x="232796" y="962647"/>
                      <a:pt x="232044" y="962814"/>
                      <a:pt x="231710" y="962898"/>
                    </a:cubicBezTo>
                    <a:cubicBezTo>
                      <a:pt x="139156" y="987790"/>
                      <a:pt x="70326" y="1019783"/>
                      <a:pt x="28810" y="1039163"/>
                    </a:cubicBezTo>
                    <a:cubicBezTo>
                      <a:pt x="32068" y="1042671"/>
                      <a:pt x="35493" y="1046680"/>
                      <a:pt x="38918" y="1051024"/>
                    </a:cubicBezTo>
                    <a:lnTo>
                      <a:pt x="39419" y="1051692"/>
                    </a:lnTo>
                    <a:cubicBezTo>
                      <a:pt x="40338" y="1052861"/>
                      <a:pt x="41257" y="1054031"/>
                      <a:pt x="42175" y="1055201"/>
                    </a:cubicBezTo>
                    <a:cubicBezTo>
                      <a:pt x="50779" y="1066394"/>
                      <a:pt x="59717" y="1079926"/>
                      <a:pt x="68572" y="1095380"/>
                    </a:cubicBezTo>
                    <a:cubicBezTo>
                      <a:pt x="71746" y="1101060"/>
                      <a:pt x="75922" y="1108494"/>
                      <a:pt x="79932" y="1116513"/>
                    </a:cubicBezTo>
                    <a:cubicBezTo>
                      <a:pt x="81269" y="1119103"/>
                      <a:pt x="82522" y="1121776"/>
                      <a:pt x="83858" y="1124532"/>
                    </a:cubicBezTo>
                    <a:lnTo>
                      <a:pt x="84443" y="1125786"/>
                    </a:lnTo>
                    <a:cubicBezTo>
                      <a:pt x="86113" y="1129126"/>
                      <a:pt x="87617" y="1132468"/>
                      <a:pt x="89204" y="1135976"/>
                    </a:cubicBezTo>
                    <a:cubicBezTo>
                      <a:pt x="90624" y="1139234"/>
                      <a:pt x="92128" y="1142492"/>
                      <a:pt x="93464" y="1145749"/>
                    </a:cubicBezTo>
                    <a:cubicBezTo>
                      <a:pt x="97641" y="1155272"/>
                      <a:pt x="101734" y="1165546"/>
                      <a:pt x="105493" y="1176155"/>
                    </a:cubicBezTo>
                    <a:cubicBezTo>
                      <a:pt x="106412" y="1178661"/>
                      <a:pt x="107331" y="1181251"/>
                      <a:pt x="108249" y="1183840"/>
                    </a:cubicBezTo>
                    <a:cubicBezTo>
                      <a:pt x="109085" y="1186096"/>
                      <a:pt x="109920" y="1188769"/>
                      <a:pt x="110839" y="1191442"/>
                    </a:cubicBezTo>
                    <a:cubicBezTo>
                      <a:pt x="112593" y="1196788"/>
                      <a:pt x="114264" y="1202134"/>
                      <a:pt x="115851" y="1207563"/>
                    </a:cubicBezTo>
                    <a:cubicBezTo>
                      <a:pt x="117438" y="1212826"/>
                      <a:pt x="119025" y="1218423"/>
                      <a:pt x="120362" y="1224019"/>
                    </a:cubicBezTo>
                    <a:cubicBezTo>
                      <a:pt x="121280" y="1227193"/>
                      <a:pt x="122116" y="1230702"/>
                      <a:pt x="122951" y="1234210"/>
                    </a:cubicBezTo>
                    <a:cubicBezTo>
                      <a:pt x="124037" y="1238554"/>
                      <a:pt x="125039" y="1243065"/>
                      <a:pt x="125958" y="1247742"/>
                    </a:cubicBezTo>
                    <a:cubicBezTo>
                      <a:pt x="126376" y="1249580"/>
                      <a:pt x="126961" y="1252086"/>
                      <a:pt x="127378" y="1254425"/>
                    </a:cubicBezTo>
                    <a:cubicBezTo>
                      <a:pt x="128046" y="1257599"/>
                      <a:pt x="128715" y="1260941"/>
                      <a:pt x="129216" y="1264198"/>
                    </a:cubicBezTo>
                    <a:cubicBezTo>
                      <a:pt x="130302" y="1269628"/>
                      <a:pt x="131221" y="1275559"/>
                      <a:pt x="132056" y="1281489"/>
                    </a:cubicBezTo>
                    <a:cubicBezTo>
                      <a:pt x="132474" y="1284747"/>
                      <a:pt x="132975" y="1287921"/>
                      <a:pt x="133309" y="1291179"/>
                    </a:cubicBezTo>
                    <a:cubicBezTo>
                      <a:pt x="133476" y="1292265"/>
                      <a:pt x="133643" y="1293936"/>
                      <a:pt x="133894" y="1295523"/>
                    </a:cubicBezTo>
                    <a:cubicBezTo>
                      <a:pt x="134228" y="1298864"/>
                      <a:pt x="134646" y="1301871"/>
                      <a:pt x="134896" y="1304879"/>
                    </a:cubicBezTo>
                    <a:cubicBezTo>
                      <a:pt x="135147" y="1306967"/>
                      <a:pt x="135314" y="1309389"/>
                      <a:pt x="135481" y="1311728"/>
                    </a:cubicBezTo>
                    <a:cubicBezTo>
                      <a:pt x="136149" y="1319079"/>
                      <a:pt x="136567" y="1326931"/>
                      <a:pt x="136734" y="1334950"/>
                    </a:cubicBezTo>
                    <a:cubicBezTo>
                      <a:pt x="136901" y="1339461"/>
                      <a:pt x="136984" y="1344138"/>
                      <a:pt x="136984" y="1348900"/>
                    </a:cubicBezTo>
                    <a:cubicBezTo>
                      <a:pt x="136984" y="1353244"/>
                      <a:pt x="137068" y="1358757"/>
                      <a:pt x="137151" y="1364855"/>
                    </a:cubicBezTo>
                    <a:cubicBezTo>
                      <a:pt x="137402" y="1377635"/>
                      <a:pt x="137653" y="1393590"/>
                      <a:pt x="137151" y="1407540"/>
                    </a:cubicBezTo>
                    <a:cubicBezTo>
                      <a:pt x="137151" y="1409878"/>
                      <a:pt x="136984" y="1412218"/>
                      <a:pt x="136901" y="1414473"/>
                    </a:cubicBezTo>
                    <a:lnTo>
                      <a:pt x="141161" y="1412802"/>
                    </a:lnTo>
                    <a:cubicBezTo>
                      <a:pt x="142414" y="1412385"/>
                      <a:pt x="143166" y="1412050"/>
                      <a:pt x="143918" y="1411800"/>
                    </a:cubicBezTo>
                    <a:cubicBezTo>
                      <a:pt x="198047" y="1390582"/>
                      <a:pt x="268047" y="1363434"/>
                      <a:pt x="296030" y="1353829"/>
                    </a:cubicBezTo>
                    <a:cubicBezTo>
                      <a:pt x="296782" y="1353494"/>
                      <a:pt x="297617" y="1353244"/>
                      <a:pt x="298453" y="1352993"/>
                    </a:cubicBezTo>
                    <a:cubicBezTo>
                      <a:pt x="383321" y="1320582"/>
                      <a:pt x="461842" y="1280237"/>
                      <a:pt x="495338" y="1263029"/>
                    </a:cubicBezTo>
                    <a:cubicBezTo>
                      <a:pt x="511543" y="1254759"/>
                      <a:pt x="513715" y="1253673"/>
                      <a:pt x="516054" y="1253089"/>
                    </a:cubicBezTo>
                    <a:cubicBezTo>
                      <a:pt x="575780" y="1239890"/>
                      <a:pt x="594574" y="1160284"/>
                      <a:pt x="600422" y="1114091"/>
                    </a:cubicBezTo>
                    <a:cubicBezTo>
                      <a:pt x="601090" y="1108411"/>
                      <a:pt x="606185" y="1104401"/>
                      <a:pt x="611949" y="1105069"/>
                    </a:cubicBezTo>
                    <a:cubicBezTo>
                      <a:pt x="617629" y="1105738"/>
                      <a:pt x="621722" y="1110749"/>
                      <a:pt x="621138" y="1116430"/>
                    </a:cubicBezTo>
                    <a:cubicBezTo>
                      <a:pt x="618297" y="1145332"/>
                      <a:pt x="612450" y="1171811"/>
                      <a:pt x="603763" y="1195201"/>
                    </a:cubicBezTo>
                    <a:cubicBezTo>
                      <a:pt x="600589" y="1203554"/>
                      <a:pt x="596830" y="1212158"/>
                      <a:pt x="592570" y="1220762"/>
                    </a:cubicBezTo>
                    <a:cubicBezTo>
                      <a:pt x="584383" y="1237552"/>
                      <a:pt x="575278" y="1252838"/>
                      <a:pt x="567176" y="1266370"/>
                    </a:cubicBezTo>
                    <a:cubicBezTo>
                      <a:pt x="560911" y="1276895"/>
                      <a:pt x="555565" y="1285917"/>
                      <a:pt x="552391" y="1292683"/>
                    </a:cubicBezTo>
                    <a:lnTo>
                      <a:pt x="550553" y="1296859"/>
                    </a:lnTo>
                    <a:cubicBezTo>
                      <a:pt x="550553" y="1296859"/>
                      <a:pt x="550219" y="1297528"/>
                      <a:pt x="550135" y="1297862"/>
                    </a:cubicBezTo>
                    <a:cubicBezTo>
                      <a:pt x="547880" y="1303793"/>
                      <a:pt x="545875" y="1310141"/>
                      <a:pt x="543870" y="1316991"/>
                    </a:cubicBezTo>
                    <a:cubicBezTo>
                      <a:pt x="540613" y="1328184"/>
                      <a:pt x="537438" y="1341215"/>
                      <a:pt x="534598" y="1354580"/>
                    </a:cubicBezTo>
                    <a:cubicBezTo>
                      <a:pt x="532594" y="1364520"/>
                      <a:pt x="530672" y="1375129"/>
                      <a:pt x="528834" y="1385988"/>
                    </a:cubicBezTo>
                    <a:close/>
                    <a:moveTo>
                      <a:pt x="1711652" y="1442289"/>
                    </a:moveTo>
                    <a:lnTo>
                      <a:pt x="1711652" y="1442289"/>
                    </a:lnTo>
                    <a:lnTo>
                      <a:pt x="1711652" y="1442289"/>
                    </a:lnTo>
                    <a:close/>
                    <a:moveTo>
                      <a:pt x="555481" y="877527"/>
                    </a:moveTo>
                    <a:cubicBezTo>
                      <a:pt x="555481" y="877527"/>
                      <a:pt x="555481" y="877527"/>
                      <a:pt x="555314" y="877527"/>
                    </a:cubicBezTo>
                    <a:cubicBezTo>
                      <a:pt x="555314" y="877527"/>
                      <a:pt x="555398" y="877527"/>
                      <a:pt x="555481" y="877527"/>
                    </a:cubicBezTo>
                    <a:close/>
                    <a:moveTo>
                      <a:pt x="555481" y="877527"/>
                    </a:moveTo>
                    <a:lnTo>
                      <a:pt x="555481" y="877527"/>
                    </a:lnTo>
                    <a:lnTo>
                      <a:pt x="555481" y="87752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29"/>
              <p:cNvSpPr/>
              <p:nvPr/>
            </p:nvSpPr>
            <p:spPr>
              <a:xfrm>
                <a:off x="6893407" y="4928562"/>
                <a:ext cx="545772" cy="747121"/>
              </a:xfrm>
              <a:custGeom>
                <a:avLst/>
                <a:gdLst/>
                <a:ahLst/>
                <a:cxnLst/>
                <a:rect l="l" t="t" r="r" b="b"/>
                <a:pathLst>
                  <a:path w="545772" h="747121" extrusionOk="0">
                    <a:moveTo>
                      <a:pt x="10433" y="747038"/>
                    </a:moveTo>
                    <a:cubicBezTo>
                      <a:pt x="9849" y="747038"/>
                      <a:pt x="9264" y="747038"/>
                      <a:pt x="8679" y="746871"/>
                    </a:cubicBezTo>
                    <a:cubicBezTo>
                      <a:pt x="2999" y="745868"/>
                      <a:pt x="-844" y="740522"/>
                      <a:pt x="159" y="734842"/>
                    </a:cubicBezTo>
                    <a:cubicBezTo>
                      <a:pt x="911" y="730665"/>
                      <a:pt x="18787" y="631095"/>
                      <a:pt x="99813" y="511226"/>
                    </a:cubicBezTo>
                    <a:cubicBezTo>
                      <a:pt x="165302" y="414245"/>
                      <a:pt x="237224" y="379496"/>
                      <a:pt x="265541" y="368887"/>
                    </a:cubicBezTo>
                    <a:lnTo>
                      <a:pt x="221603" y="281429"/>
                    </a:lnTo>
                    <a:cubicBezTo>
                      <a:pt x="219849" y="277920"/>
                      <a:pt x="220183" y="273660"/>
                      <a:pt x="222522" y="270486"/>
                    </a:cubicBezTo>
                    <a:cubicBezTo>
                      <a:pt x="228453" y="262551"/>
                      <a:pt x="366949" y="78696"/>
                      <a:pt x="524408" y="85796"/>
                    </a:cubicBezTo>
                    <a:cubicBezTo>
                      <a:pt x="525995" y="73266"/>
                      <a:pt x="523405" y="39853"/>
                      <a:pt x="519563" y="11870"/>
                    </a:cubicBezTo>
                    <a:cubicBezTo>
                      <a:pt x="518727" y="6190"/>
                      <a:pt x="522737" y="844"/>
                      <a:pt x="528417" y="92"/>
                    </a:cubicBezTo>
                    <a:cubicBezTo>
                      <a:pt x="534097" y="-660"/>
                      <a:pt x="539444" y="3266"/>
                      <a:pt x="540195" y="8947"/>
                    </a:cubicBezTo>
                    <a:cubicBezTo>
                      <a:pt x="551556" y="90056"/>
                      <a:pt x="542534" y="99663"/>
                      <a:pt x="539527" y="102837"/>
                    </a:cubicBezTo>
                    <a:cubicBezTo>
                      <a:pt x="536770" y="105760"/>
                      <a:pt x="533011" y="107264"/>
                      <a:pt x="529002" y="107013"/>
                    </a:cubicBezTo>
                    <a:cubicBezTo>
                      <a:pt x="394264" y="96488"/>
                      <a:pt x="266794" y="248099"/>
                      <a:pt x="243154" y="277920"/>
                    </a:cubicBezTo>
                    <a:lnTo>
                      <a:pt x="289515" y="370390"/>
                    </a:lnTo>
                    <a:cubicBezTo>
                      <a:pt x="290935" y="373231"/>
                      <a:pt x="291018" y="376572"/>
                      <a:pt x="289682" y="379412"/>
                    </a:cubicBezTo>
                    <a:cubicBezTo>
                      <a:pt x="288345" y="382336"/>
                      <a:pt x="285756" y="384424"/>
                      <a:pt x="282749" y="385176"/>
                    </a:cubicBezTo>
                    <a:cubicBezTo>
                      <a:pt x="281913" y="385426"/>
                      <a:pt x="194288" y="408648"/>
                      <a:pt x="117021" y="522921"/>
                    </a:cubicBezTo>
                    <a:cubicBezTo>
                      <a:pt x="38667" y="638863"/>
                      <a:pt x="20792" y="737431"/>
                      <a:pt x="20624" y="738434"/>
                    </a:cubicBezTo>
                    <a:cubicBezTo>
                      <a:pt x="19706" y="743530"/>
                      <a:pt x="15362" y="747121"/>
                      <a:pt x="10350" y="7471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29"/>
              <p:cNvSpPr/>
              <p:nvPr/>
            </p:nvSpPr>
            <p:spPr>
              <a:xfrm>
                <a:off x="7390249" y="5530671"/>
                <a:ext cx="117478" cy="721468"/>
              </a:xfrm>
              <a:custGeom>
                <a:avLst/>
                <a:gdLst/>
                <a:ahLst/>
                <a:cxnLst/>
                <a:rect l="l" t="t" r="r" b="b"/>
                <a:pathLst>
                  <a:path w="117478" h="721468" extrusionOk="0">
                    <a:moveTo>
                      <a:pt x="0" y="0"/>
                    </a:moveTo>
                    <a:cubicBezTo>
                      <a:pt x="11193" y="33580"/>
                      <a:pt x="137995" y="220525"/>
                      <a:pt x="114606" y="309654"/>
                    </a:cubicBezTo>
                    <a:cubicBezTo>
                      <a:pt x="91217" y="398700"/>
                      <a:pt x="77184" y="717960"/>
                      <a:pt x="77184" y="717960"/>
                    </a:cubicBezTo>
                    <a:lnTo>
                      <a:pt x="33079" y="721468"/>
                    </a:lnTo>
                    <a:cubicBezTo>
                      <a:pt x="36002" y="622650"/>
                      <a:pt x="86372" y="370967"/>
                      <a:pt x="70000" y="251683"/>
                    </a:cubicBezTo>
                    <a:cubicBezTo>
                      <a:pt x="57804" y="16222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29"/>
              <p:cNvSpPr/>
              <p:nvPr/>
            </p:nvSpPr>
            <p:spPr>
              <a:xfrm>
                <a:off x="7822823" y="5863173"/>
                <a:ext cx="83277" cy="534062"/>
              </a:xfrm>
              <a:custGeom>
                <a:avLst/>
                <a:gdLst/>
                <a:ahLst/>
                <a:cxnLst/>
                <a:rect l="l" t="t" r="r" b="b"/>
                <a:pathLst>
                  <a:path w="83277" h="534062" extrusionOk="0">
                    <a:moveTo>
                      <a:pt x="10481" y="533979"/>
                    </a:moveTo>
                    <a:cubicBezTo>
                      <a:pt x="8977" y="533979"/>
                      <a:pt x="7390" y="533644"/>
                      <a:pt x="5886" y="532893"/>
                    </a:cubicBezTo>
                    <a:cubicBezTo>
                      <a:pt x="707" y="530387"/>
                      <a:pt x="-1464" y="524122"/>
                      <a:pt x="1041" y="518943"/>
                    </a:cubicBezTo>
                    <a:cubicBezTo>
                      <a:pt x="25684" y="468489"/>
                      <a:pt x="48488" y="183060"/>
                      <a:pt x="59514" y="45900"/>
                    </a:cubicBezTo>
                    <a:lnTo>
                      <a:pt x="62438" y="9563"/>
                    </a:lnTo>
                    <a:cubicBezTo>
                      <a:pt x="62939" y="3799"/>
                      <a:pt x="67951" y="-461"/>
                      <a:pt x="73715" y="40"/>
                    </a:cubicBezTo>
                    <a:cubicBezTo>
                      <a:pt x="79478" y="541"/>
                      <a:pt x="83739" y="5553"/>
                      <a:pt x="83237" y="11317"/>
                    </a:cubicBezTo>
                    <a:lnTo>
                      <a:pt x="80314" y="47654"/>
                    </a:lnTo>
                    <a:cubicBezTo>
                      <a:pt x="68368" y="196675"/>
                      <a:pt x="46149" y="474169"/>
                      <a:pt x="19836" y="528215"/>
                    </a:cubicBezTo>
                    <a:cubicBezTo>
                      <a:pt x="17999" y="531890"/>
                      <a:pt x="14323" y="534062"/>
                      <a:pt x="10481" y="5340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29"/>
              <p:cNvSpPr/>
              <p:nvPr/>
            </p:nvSpPr>
            <p:spPr>
              <a:xfrm>
                <a:off x="6914449" y="5799729"/>
                <a:ext cx="4176" cy="39176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39176" extrusionOk="0">
                    <a:moveTo>
                      <a:pt x="4177" y="39093"/>
                    </a:moveTo>
                    <a:cubicBezTo>
                      <a:pt x="2756" y="26146"/>
                      <a:pt x="1337" y="13031"/>
                      <a:pt x="0" y="0"/>
                    </a:cubicBezTo>
                    <a:cubicBezTo>
                      <a:pt x="752" y="9022"/>
                      <a:pt x="1420" y="18126"/>
                      <a:pt x="2088" y="27148"/>
                    </a:cubicBezTo>
                    <a:cubicBezTo>
                      <a:pt x="2088" y="27148"/>
                      <a:pt x="2923" y="31492"/>
                      <a:pt x="4177" y="391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29"/>
              <p:cNvSpPr/>
              <p:nvPr/>
            </p:nvSpPr>
            <p:spPr>
              <a:xfrm>
                <a:off x="6903895" y="5789316"/>
                <a:ext cx="25062" cy="59947"/>
              </a:xfrm>
              <a:custGeom>
                <a:avLst/>
                <a:gdLst/>
                <a:ahLst/>
                <a:cxnLst/>
                <a:rect l="l" t="t" r="r" b="b"/>
                <a:pathLst>
                  <a:path w="25062" h="59947" extrusionOk="0">
                    <a:moveTo>
                      <a:pt x="14731" y="59947"/>
                    </a:moveTo>
                    <a:cubicBezTo>
                      <a:pt x="9719" y="59947"/>
                      <a:pt x="5291" y="56355"/>
                      <a:pt x="4456" y="51260"/>
                    </a:cubicBezTo>
                    <a:cubicBezTo>
                      <a:pt x="3621" y="46331"/>
                      <a:pt x="2952" y="42740"/>
                      <a:pt x="2618" y="40902"/>
                    </a:cubicBezTo>
                    <a:cubicBezTo>
                      <a:pt x="2451" y="39983"/>
                      <a:pt x="2284" y="39148"/>
                      <a:pt x="2201" y="38313"/>
                    </a:cubicBezTo>
                    <a:lnTo>
                      <a:pt x="2201" y="38313"/>
                    </a:lnTo>
                    <a:cubicBezTo>
                      <a:pt x="1616" y="30210"/>
                      <a:pt x="947" y="22107"/>
                      <a:pt x="279" y="14004"/>
                    </a:cubicBezTo>
                    <a:lnTo>
                      <a:pt x="29" y="11248"/>
                    </a:lnTo>
                    <a:cubicBezTo>
                      <a:pt x="-389" y="5568"/>
                      <a:pt x="3788" y="556"/>
                      <a:pt x="9468" y="55"/>
                    </a:cubicBezTo>
                    <a:cubicBezTo>
                      <a:pt x="15315" y="-530"/>
                      <a:pt x="20244" y="3646"/>
                      <a:pt x="20828" y="9327"/>
                    </a:cubicBezTo>
                    <a:cubicBezTo>
                      <a:pt x="22248" y="22358"/>
                      <a:pt x="23585" y="35472"/>
                      <a:pt x="25005" y="48420"/>
                    </a:cubicBezTo>
                    <a:cubicBezTo>
                      <a:pt x="25590" y="54017"/>
                      <a:pt x="21664" y="59112"/>
                      <a:pt x="16067" y="59864"/>
                    </a:cubicBezTo>
                    <a:cubicBezTo>
                      <a:pt x="15566" y="59864"/>
                      <a:pt x="15064" y="59947"/>
                      <a:pt x="14647" y="599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29"/>
              <p:cNvSpPr/>
              <p:nvPr/>
            </p:nvSpPr>
            <p:spPr>
              <a:xfrm>
                <a:off x="6918625" y="5838822"/>
                <a:ext cx="12362" cy="110011"/>
              </a:xfrm>
              <a:custGeom>
                <a:avLst/>
                <a:gdLst/>
                <a:ahLst/>
                <a:cxnLst/>
                <a:rect l="l" t="t" r="r" b="b"/>
                <a:pathLst>
                  <a:path w="12362" h="110011" extrusionOk="0">
                    <a:moveTo>
                      <a:pt x="0" y="0"/>
                    </a:moveTo>
                    <a:cubicBezTo>
                      <a:pt x="4177" y="38675"/>
                      <a:pt x="8437" y="76265"/>
                      <a:pt x="12363" y="110012"/>
                    </a:cubicBezTo>
                    <a:cubicBezTo>
                      <a:pt x="9439" y="60978"/>
                      <a:pt x="3258" y="19547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29"/>
              <p:cNvSpPr/>
              <p:nvPr/>
            </p:nvSpPr>
            <p:spPr>
              <a:xfrm>
                <a:off x="6908210" y="5828370"/>
                <a:ext cx="33238" cy="130905"/>
              </a:xfrm>
              <a:custGeom>
                <a:avLst/>
                <a:gdLst/>
                <a:ahLst/>
                <a:cxnLst/>
                <a:rect l="l" t="t" r="r" b="b"/>
                <a:pathLst>
                  <a:path w="33238" h="130905" extrusionOk="0">
                    <a:moveTo>
                      <a:pt x="22778" y="130905"/>
                    </a:moveTo>
                    <a:cubicBezTo>
                      <a:pt x="17516" y="130905"/>
                      <a:pt x="13005" y="126980"/>
                      <a:pt x="12420" y="121633"/>
                    </a:cubicBezTo>
                    <a:cubicBezTo>
                      <a:pt x="8494" y="87886"/>
                      <a:pt x="4234" y="50213"/>
                      <a:pt x="58" y="11538"/>
                    </a:cubicBezTo>
                    <a:cubicBezTo>
                      <a:pt x="-527" y="5941"/>
                      <a:pt x="3399" y="846"/>
                      <a:pt x="8996" y="94"/>
                    </a:cubicBezTo>
                    <a:cubicBezTo>
                      <a:pt x="14676" y="-658"/>
                      <a:pt x="19771" y="3185"/>
                      <a:pt x="20690" y="8698"/>
                    </a:cubicBezTo>
                    <a:cubicBezTo>
                      <a:pt x="24115" y="29330"/>
                      <a:pt x="30296" y="71264"/>
                      <a:pt x="33220" y="119796"/>
                    </a:cubicBezTo>
                    <a:cubicBezTo>
                      <a:pt x="33554" y="125392"/>
                      <a:pt x="29378" y="130321"/>
                      <a:pt x="23697" y="130822"/>
                    </a:cubicBezTo>
                    <a:cubicBezTo>
                      <a:pt x="23363" y="130822"/>
                      <a:pt x="23113" y="130822"/>
                      <a:pt x="22778" y="1308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29"/>
              <p:cNvSpPr/>
              <p:nvPr/>
            </p:nvSpPr>
            <p:spPr>
              <a:xfrm>
                <a:off x="6894832" y="5948834"/>
                <a:ext cx="95631" cy="303278"/>
              </a:xfrm>
              <a:custGeom>
                <a:avLst/>
                <a:gdLst/>
                <a:ahLst/>
                <a:cxnLst/>
                <a:rect l="l" t="t" r="r" b="b"/>
                <a:pathLst>
                  <a:path w="95631" h="303278" extrusionOk="0">
                    <a:moveTo>
                      <a:pt x="36407" y="92888"/>
                    </a:moveTo>
                    <a:cubicBezTo>
                      <a:pt x="33066" y="145179"/>
                      <a:pt x="-10956" y="286098"/>
                      <a:pt x="2576" y="295371"/>
                    </a:cubicBezTo>
                    <a:cubicBezTo>
                      <a:pt x="3161" y="295371"/>
                      <a:pt x="3662" y="295371"/>
                      <a:pt x="4163" y="295537"/>
                    </a:cubicBezTo>
                    <a:cubicBezTo>
                      <a:pt x="82684" y="305561"/>
                      <a:pt x="17278" y="304726"/>
                      <a:pt x="95631" y="299380"/>
                    </a:cubicBezTo>
                    <a:cubicBezTo>
                      <a:pt x="95631" y="299380"/>
                      <a:pt x="70906" y="250430"/>
                      <a:pt x="52194" y="128807"/>
                    </a:cubicBezTo>
                    <a:cubicBezTo>
                      <a:pt x="49856" y="113437"/>
                      <a:pt x="43591" y="63652"/>
                      <a:pt x="36156" y="0"/>
                    </a:cubicBezTo>
                    <a:cubicBezTo>
                      <a:pt x="37911" y="29320"/>
                      <a:pt x="38412" y="61313"/>
                      <a:pt x="36407" y="9288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29"/>
              <p:cNvSpPr/>
              <p:nvPr/>
            </p:nvSpPr>
            <p:spPr>
              <a:xfrm>
                <a:off x="6884347" y="5938446"/>
                <a:ext cx="116518" cy="324218"/>
              </a:xfrm>
              <a:custGeom>
                <a:avLst/>
                <a:gdLst/>
                <a:ahLst/>
                <a:cxnLst/>
                <a:rect l="l" t="t" r="r" b="b"/>
                <a:pathLst>
                  <a:path w="116518" h="324218" extrusionOk="0">
                    <a:moveTo>
                      <a:pt x="61426" y="324135"/>
                    </a:moveTo>
                    <a:cubicBezTo>
                      <a:pt x="59505" y="324135"/>
                      <a:pt x="57834" y="323885"/>
                      <a:pt x="55161" y="323216"/>
                    </a:cubicBezTo>
                    <a:cubicBezTo>
                      <a:pt x="51486" y="322298"/>
                      <a:pt x="42882" y="320126"/>
                      <a:pt x="13311" y="316367"/>
                    </a:cubicBezTo>
                    <a:cubicBezTo>
                      <a:pt x="11223" y="316367"/>
                      <a:pt x="8884" y="315615"/>
                      <a:pt x="7130" y="314445"/>
                    </a:cubicBezTo>
                    <a:cubicBezTo>
                      <a:pt x="-5149" y="306009"/>
                      <a:pt x="-1557" y="283706"/>
                      <a:pt x="17822" y="199255"/>
                    </a:cubicBezTo>
                    <a:cubicBezTo>
                      <a:pt x="26259" y="162333"/>
                      <a:pt x="35030" y="124159"/>
                      <a:pt x="36450" y="102691"/>
                    </a:cubicBezTo>
                    <a:lnTo>
                      <a:pt x="36450" y="102691"/>
                    </a:lnTo>
                    <a:cubicBezTo>
                      <a:pt x="38204" y="74875"/>
                      <a:pt x="38204" y="44052"/>
                      <a:pt x="36199" y="11056"/>
                    </a:cubicBezTo>
                    <a:cubicBezTo>
                      <a:pt x="35865" y="5460"/>
                      <a:pt x="40042" y="531"/>
                      <a:pt x="45722" y="30"/>
                    </a:cubicBezTo>
                    <a:cubicBezTo>
                      <a:pt x="51402" y="-388"/>
                      <a:pt x="56330" y="3622"/>
                      <a:pt x="56999" y="9219"/>
                    </a:cubicBezTo>
                    <a:cubicBezTo>
                      <a:pt x="64016" y="69780"/>
                      <a:pt x="70447" y="121402"/>
                      <a:pt x="72953" y="137691"/>
                    </a:cubicBezTo>
                    <a:cubicBezTo>
                      <a:pt x="91080" y="255639"/>
                      <a:pt x="115137" y="304672"/>
                      <a:pt x="115388" y="305174"/>
                    </a:cubicBezTo>
                    <a:cubicBezTo>
                      <a:pt x="116975" y="308264"/>
                      <a:pt x="116891" y="312023"/>
                      <a:pt x="115137" y="315030"/>
                    </a:cubicBezTo>
                    <a:cubicBezTo>
                      <a:pt x="113383" y="318037"/>
                      <a:pt x="110292" y="320042"/>
                      <a:pt x="106784" y="320293"/>
                    </a:cubicBezTo>
                    <a:cubicBezTo>
                      <a:pt x="83144" y="321880"/>
                      <a:pt x="72619" y="323133"/>
                      <a:pt x="67524" y="323717"/>
                    </a:cubicBezTo>
                    <a:cubicBezTo>
                      <a:pt x="64767" y="324052"/>
                      <a:pt x="63013" y="324219"/>
                      <a:pt x="61342" y="324219"/>
                    </a:cubicBezTo>
                    <a:close/>
                    <a:moveTo>
                      <a:pt x="20829" y="296235"/>
                    </a:moveTo>
                    <a:cubicBezTo>
                      <a:pt x="47727" y="299744"/>
                      <a:pt x="56163" y="301916"/>
                      <a:pt x="60340" y="302918"/>
                    </a:cubicBezTo>
                    <a:cubicBezTo>
                      <a:pt x="60925" y="303085"/>
                      <a:pt x="61342" y="303169"/>
                      <a:pt x="61760" y="303252"/>
                    </a:cubicBezTo>
                    <a:cubicBezTo>
                      <a:pt x="62261" y="303252"/>
                      <a:pt x="63347" y="303085"/>
                      <a:pt x="65268" y="302834"/>
                    </a:cubicBezTo>
                    <a:cubicBezTo>
                      <a:pt x="69278" y="302333"/>
                      <a:pt x="76629" y="301498"/>
                      <a:pt x="90829" y="300412"/>
                    </a:cubicBezTo>
                    <a:cubicBezTo>
                      <a:pt x="82142" y="278026"/>
                      <a:pt x="65770" y="227739"/>
                      <a:pt x="52404" y="140782"/>
                    </a:cubicBezTo>
                    <a:cubicBezTo>
                      <a:pt x="52404" y="140448"/>
                      <a:pt x="52321" y="140030"/>
                      <a:pt x="52237" y="139612"/>
                    </a:cubicBezTo>
                    <a:cubicBezTo>
                      <a:pt x="48478" y="159159"/>
                      <a:pt x="43383" y="181713"/>
                      <a:pt x="38287" y="203765"/>
                    </a:cubicBezTo>
                    <a:cubicBezTo>
                      <a:pt x="30686" y="236928"/>
                      <a:pt x="20495" y="281116"/>
                      <a:pt x="20913" y="296152"/>
                    </a:cubicBezTo>
                    <a:close/>
                    <a:moveTo>
                      <a:pt x="21330" y="299911"/>
                    </a:moveTo>
                    <a:lnTo>
                      <a:pt x="21330" y="299911"/>
                    </a:lnTo>
                    <a:lnTo>
                      <a:pt x="21330" y="29991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29"/>
              <p:cNvSpPr/>
              <p:nvPr/>
            </p:nvSpPr>
            <p:spPr>
              <a:xfrm>
                <a:off x="6893145" y="5530671"/>
                <a:ext cx="21304" cy="269057"/>
              </a:xfrm>
              <a:custGeom>
                <a:avLst/>
                <a:gdLst/>
                <a:ahLst/>
                <a:cxnLst/>
                <a:rect l="l" t="t" r="r" b="b"/>
                <a:pathLst>
                  <a:path w="21304" h="269057" extrusionOk="0">
                    <a:moveTo>
                      <a:pt x="171" y="21468"/>
                    </a:moveTo>
                    <a:cubicBezTo>
                      <a:pt x="1590" y="70418"/>
                      <a:pt x="10863" y="169571"/>
                      <a:pt x="21304" y="269058"/>
                    </a:cubicBezTo>
                    <a:cubicBezTo>
                      <a:pt x="14037" y="178759"/>
                      <a:pt x="3846" y="86707"/>
                      <a:pt x="254" y="0"/>
                    </a:cubicBezTo>
                    <a:cubicBezTo>
                      <a:pt x="3" y="7184"/>
                      <a:pt x="-80" y="14284"/>
                      <a:pt x="87" y="2146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29"/>
              <p:cNvSpPr/>
              <p:nvPr/>
            </p:nvSpPr>
            <p:spPr>
              <a:xfrm>
                <a:off x="6882764" y="5520230"/>
                <a:ext cx="42155" cy="289940"/>
              </a:xfrm>
              <a:custGeom>
                <a:avLst/>
                <a:gdLst/>
                <a:ahLst/>
                <a:cxnLst/>
                <a:rect l="l" t="t" r="r" b="b"/>
                <a:pathLst>
                  <a:path w="42155" h="289940" extrusionOk="0">
                    <a:moveTo>
                      <a:pt x="31685" y="289941"/>
                    </a:moveTo>
                    <a:cubicBezTo>
                      <a:pt x="26422" y="289941"/>
                      <a:pt x="21912" y="285931"/>
                      <a:pt x="21327" y="280585"/>
                    </a:cubicBezTo>
                    <a:cubicBezTo>
                      <a:pt x="12472" y="197053"/>
                      <a:pt x="1613" y="86205"/>
                      <a:pt x="110" y="32244"/>
                    </a:cubicBezTo>
                    <a:lnTo>
                      <a:pt x="110" y="32244"/>
                    </a:lnTo>
                    <a:cubicBezTo>
                      <a:pt x="-57" y="25644"/>
                      <a:pt x="-57" y="18544"/>
                      <a:pt x="277" y="10108"/>
                    </a:cubicBezTo>
                    <a:cubicBezTo>
                      <a:pt x="444" y="4511"/>
                      <a:pt x="5038" y="84"/>
                      <a:pt x="10635" y="0"/>
                    </a:cubicBezTo>
                    <a:lnTo>
                      <a:pt x="10635" y="0"/>
                    </a:lnTo>
                    <a:cubicBezTo>
                      <a:pt x="16232" y="0"/>
                      <a:pt x="20826" y="4427"/>
                      <a:pt x="21076" y="10024"/>
                    </a:cubicBezTo>
                    <a:cubicBezTo>
                      <a:pt x="23499" y="69249"/>
                      <a:pt x="29179" y="132315"/>
                      <a:pt x="34692" y="193294"/>
                    </a:cubicBezTo>
                    <a:cubicBezTo>
                      <a:pt x="37282" y="221779"/>
                      <a:pt x="39788" y="250347"/>
                      <a:pt x="42127" y="278747"/>
                    </a:cubicBezTo>
                    <a:cubicBezTo>
                      <a:pt x="42544" y="284428"/>
                      <a:pt x="38368" y="289440"/>
                      <a:pt x="32687" y="289941"/>
                    </a:cubicBezTo>
                    <a:cubicBezTo>
                      <a:pt x="32353" y="289941"/>
                      <a:pt x="32019" y="289941"/>
                      <a:pt x="31685" y="2899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29"/>
              <p:cNvSpPr/>
              <p:nvPr/>
            </p:nvSpPr>
            <p:spPr>
              <a:xfrm>
                <a:off x="6892177" y="4883736"/>
                <a:ext cx="447534" cy="646852"/>
              </a:xfrm>
              <a:custGeom>
                <a:avLst/>
                <a:gdLst/>
                <a:ahLst/>
                <a:cxnLst/>
                <a:rect l="l" t="t" r="r" b="b"/>
                <a:pathLst>
                  <a:path w="447534" h="646852" extrusionOk="0">
                    <a:moveTo>
                      <a:pt x="309706" y="3988"/>
                    </a:moveTo>
                    <a:lnTo>
                      <a:pt x="309706" y="3988"/>
                    </a:lnTo>
                    <a:cubicBezTo>
                      <a:pt x="304861" y="5575"/>
                      <a:pt x="301186" y="7329"/>
                      <a:pt x="299014" y="9167"/>
                    </a:cubicBezTo>
                    <a:cubicBezTo>
                      <a:pt x="298513" y="9668"/>
                      <a:pt x="297928" y="10169"/>
                      <a:pt x="297260" y="10670"/>
                    </a:cubicBezTo>
                    <a:cubicBezTo>
                      <a:pt x="290327" y="16852"/>
                      <a:pt x="278632" y="29883"/>
                      <a:pt x="264014" y="47257"/>
                    </a:cubicBezTo>
                    <a:cubicBezTo>
                      <a:pt x="265935" y="41076"/>
                      <a:pt x="267439" y="37067"/>
                      <a:pt x="267439" y="37067"/>
                    </a:cubicBezTo>
                    <a:lnTo>
                      <a:pt x="237701" y="14178"/>
                    </a:lnTo>
                    <a:cubicBezTo>
                      <a:pt x="237701" y="14178"/>
                      <a:pt x="170625" y="87520"/>
                      <a:pt x="109312" y="127615"/>
                    </a:cubicBezTo>
                    <a:cubicBezTo>
                      <a:pt x="48083" y="167711"/>
                      <a:pt x="9992" y="213320"/>
                      <a:pt x="9992" y="213320"/>
                    </a:cubicBezTo>
                    <a:lnTo>
                      <a:pt x="189002" y="206554"/>
                    </a:lnTo>
                    <a:cubicBezTo>
                      <a:pt x="189002" y="206554"/>
                      <a:pt x="138715" y="208475"/>
                      <a:pt x="138715" y="208475"/>
                    </a:cubicBezTo>
                    <a:cubicBezTo>
                      <a:pt x="132200" y="218833"/>
                      <a:pt x="43322" y="348057"/>
                      <a:pt x="39980" y="354656"/>
                    </a:cubicBezTo>
                    <a:cubicBezTo>
                      <a:pt x="38143" y="358332"/>
                      <a:pt x="36639" y="362258"/>
                      <a:pt x="35135" y="366184"/>
                    </a:cubicBezTo>
                    <a:cubicBezTo>
                      <a:pt x="33632" y="370110"/>
                      <a:pt x="32212" y="374119"/>
                      <a:pt x="30541" y="378129"/>
                    </a:cubicBezTo>
                    <a:cubicBezTo>
                      <a:pt x="30124" y="379298"/>
                      <a:pt x="29622" y="380551"/>
                      <a:pt x="29205" y="381721"/>
                    </a:cubicBezTo>
                    <a:cubicBezTo>
                      <a:pt x="28369" y="383976"/>
                      <a:pt x="27617" y="386315"/>
                      <a:pt x="26866" y="388570"/>
                    </a:cubicBezTo>
                    <a:cubicBezTo>
                      <a:pt x="25613" y="392162"/>
                      <a:pt x="24360" y="395921"/>
                      <a:pt x="23190" y="399680"/>
                    </a:cubicBezTo>
                    <a:cubicBezTo>
                      <a:pt x="1054" y="470766"/>
                      <a:pt x="-2454" y="555886"/>
                      <a:pt x="1305" y="646852"/>
                    </a:cubicBezTo>
                    <a:cubicBezTo>
                      <a:pt x="12164" y="334775"/>
                      <a:pt x="444109" y="35981"/>
                      <a:pt x="447534" y="17771"/>
                    </a:cubicBezTo>
                    <a:cubicBezTo>
                      <a:pt x="447534" y="17771"/>
                      <a:pt x="354563" y="-10129"/>
                      <a:pt x="309789" y="398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29"/>
              <p:cNvSpPr/>
              <p:nvPr/>
            </p:nvSpPr>
            <p:spPr>
              <a:xfrm>
                <a:off x="6881689" y="4873316"/>
                <a:ext cx="468231" cy="667797"/>
              </a:xfrm>
              <a:custGeom>
                <a:avLst/>
                <a:gdLst/>
                <a:ahLst/>
                <a:cxnLst/>
                <a:rect l="l" t="t" r="r" b="b"/>
                <a:pathLst>
                  <a:path w="468231" h="667797" extrusionOk="0">
                    <a:moveTo>
                      <a:pt x="11710" y="667797"/>
                    </a:moveTo>
                    <a:cubicBezTo>
                      <a:pt x="6113" y="667797"/>
                      <a:pt x="1519" y="663371"/>
                      <a:pt x="1268" y="657774"/>
                    </a:cubicBezTo>
                    <a:cubicBezTo>
                      <a:pt x="-3159" y="550017"/>
                      <a:pt x="3941" y="470328"/>
                      <a:pt x="23571" y="407094"/>
                    </a:cubicBezTo>
                    <a:cubicBezTo>
                      <a:pt x="24741" y="403251"/>
                      <a:pt x="26077" y="399325"/>
                      <a:pt x="27330" y="395650"/>
                    </a:cubicBezTo>
                    <a:lnTo>
                      <a:pt x="27748" y="394480"/>
                    </a:lnTo>
                    <a:cubicBezTo>
                      <a:pt x="28416" y="392559"/>
                      <a:pt x="29085" y="390554"/>
                      <a:pt x="29753" y="388633"/>
                    </a:cubicBezTo>
                    <a:lnTo>
                      <a:pt x="31006" y="385208"/>
                    </a:lnTo>
                    <a:cubicBezTo>
                      <a:pt x="32342" y="382034"/>
                      <a:pt x="33345" y="379361"/>
                      <a:pt x="34264" y="376771"/>
                    </a:cubicBezTo>
                    <a:lnTo>
                      <a:pt x="35683" y="373012"/>
                    </a:lnTo>
                    <a:cubicBezTo>
                      <a:pt x="37354" y="368668"/>
                      <a:pt x="38941" y="364575"/>
                      <a:pt x="40946" y="360566"/>
                    </a:cubicBezTo>
                    <a:cubicBezTo>
                      <a:pt x="42867" y="356640"/>
                      <a:pt x="60827" y="330077"/>
                      <a:pt x="103094" y="268179"/>
                    </a:cubicBezTo>
                    <a:cubicBezTo>
                      <a:pt x="112700" y="254062"/>
                      <a:pt x="121972" y="240447"/>
                      <a:pt x="128906" y="230172"/>
                    </a:cubicBezTo>
                    <a:lnTo>
                      <a:pt x="20648" y="234265"/>
                    </a:lnTo>
                    <a:cubicBezTo>
                      <a:pt x="16555" y="234516"/>
                      <a:pt x="12712" y="232093"/>
                      <a:pt x="10874" y="228418"/>
                    </a:cubicBezTo>
                    <a:cubicBezTo>
                      <a:pt x="9037" y="224742"/>
                      <a:pt x="9621" y="220315"/>
                      <a:pt x="12211" y="217141"/>
                    </a:cubicBezTo>
                    <a:cubicBezTo>
                      <a:pt x="13798" y="215220"/>
                      <a:pt x="51972" y="169862"/>
                      <a:pt x="113870" y="129432"/>
                    </a:cubicBezTo>
                    <a:cubicBezTo>
                      <a:pt x="173261" y="90506"/>
                      <a:pt x="239586" y="18418"/>
                      <a:pt x="240254" y="17666"/>
                    </a:cubicBezTo>
                    <a:cubicBezTo>
                      <a:pt x="243930" y="13656"/>
                      <a:pt x="250027" y="13155"/>
                      <a:pt x="254288" y="16413"/>
                    </a:cubicBezTo>
                    <a:lnTo>
                      <a:pt x="279347" y="35709"/>
                    </a:lnTo>
                    <a:cubicBezTo>
                      <a:pt x="288536" y="25267"/>
                      <a:pt x="295636" y="17750"/>
                      <a:pt x="300481" y="13322"/>
                    </a:cubicBezTo>
                    <a:cubicBezTo>
                      <a:pt x="300731" y="13155"/>
                      <a:pt x="300898" y="12988"/>
                      <a:pt x="301149" y="12737"/>
                    </a:cubicBezTo>
                    <a:cubicBezTo>
                      <a:pt x="301400" y="12570"/>
                      <a:pt x="301650" y="12404"/>
                      <a:pt x="301817" y="12153"/>
                    </a:cubicBezTo>
                    <a:cubicBezTo>
                      <a:pt x="301984" y="11986"/>
                      <a:pt x="302235" y="11735"/>
                      <a:pt x="302486" y="11568"/>
                    </a:cubicBezTo>
                    <a:cubicBezTo>
                      <a:pt x="305743" y="8812"/>
                      <a:pt x="310338" y="6473"/>
                      <a:pt x="316686" y="4468"/>
                    </a:cubicBezTo>
                    <a:cubicBezTo>
                      <a:pt x="316937" y="4384"/>
                      <a:pt x="317187" y="4301"/>
                      <a:pt x="317522" y="4217"/>
                    </a:cubicBezTo>
                    <a:cubicBezTo>
                      <a:pt x="364968" y="-10234"/>
                      <a:pt x="456853" y="16998"/>
                      <a:pt x="460779" y="18167"/>
                    </a:cubicBezTo>
                    <a:cubicBezTo>
                      <a:pt x="465875" y="19671"/>
                      <a:pt x="469049" y="24850"/>
                      <a:pt x="468047" y="30029"/>
                    </a:cubicBezTo>
                    <a:cubicBezTo>
                      <a:pt x="466794" y="36628"/>
                      <a:pt x="461949" y="41055"/>
                      <a:pt x="424526" y="72881"/>
                    </a:cubicBezTo>
                    <a:cubicBezTo>
                      <a:pt x="316853" y="164349"/>
                      <a:pt x="30672" y="407427"/>
                      <a:pt x="21984" y="657523"/>
                    </a:cubicBezTo>
                    <a:cubicBezTo>
                      <a:pt x="21817" y="663120"/>
                      <a:pt x="17223" y="667631"/>
                      <a:pt x="11543" y="667631"/>
                    </a:cubicBezTo>
                    <a:lnTo>
                      <a:pt x="11543" y="667631"/>
                    </a:lnTo>
                    <a:close/>
                    <a:moveTo>
                      <a:pt x="154884" y="229170"/>
                    </a:moveTo>
                    <a:cubicBezTo>
                      <a:pt x="148953" y="238107"/>
                      <a:pt x="136006" y="257069"/>
                      <a:pt x="120469" y="279874"/>
                    </a:cubicBezTo>
                    <a:cubicBezTo>
                      <a:pt x="95994" y="315793"/>
                      <a:pt x="62414" y="365077"/>
                      <a:pt x="59657" y="369922"/>
                    </a:cubicBezTo>
                    <a:cubicBezTo>
                      <a:pt x="58154" y="372929"/>
                      <a:pt x="56817" y="376437"/>
                      <a:pt x="55397" y="380112"/>
                    </a:cubicBezTo>
                    <a:lnTo>
                      <a:pt x="53977" y="383955"/>
                    </a:lnTo>
                    <a:cubicBezTo>
                      <a:pt x="52891" y="386795"/>
                      <a:pt x="51805" y="389719"/>
                      <a:pt x="50636" y="392559"/>
                    </a:cubicBezTo>
                    <a:lnTo>
                      <a:pt x="49550" y="395650"/>
                    </a:lnTo>
                    <a:cubicBezTo>
                      <a:pt x="48882" y="397487"/>
                      <a:pt x="48297" y="399241"/>
                      <a:pt x="47712" y="400912"/>
                    </a:cubicBezTo>
                    <a:lnTo>
                      <a:pt x="47295" y="402332"/>
                    </a:lnTo>
                    <a:cubicBezTo>
                      <a:pt x="46042" y="405924"/>
                      <a:pt x="44789" y="409599"/>
                      <a:pt x="43703" y="413191"/>
                    </a:cubicBezTo>
                    <a:cubicBezTo>
                      <a:pt x="32342" y="449695"/>
                      <a:pt x="25326" y="492129"/>
                      <a:pt x="22485" y="542917"/>
                    </a:cubicBezTo>
                    <a:cubicBezTo>
                      <a:pt x="92736" y="327654"/>
                      <a:pt x="317856" y="136365"/>
                      <a:pt x="411245" y="57009"/>
                    </a:cubicBezTo>
                    <a:cubicBezTo>
                      <a:pt x="421436" y="48322"/>
                      <a:pt x="431292" y="39969"/>
                      <a:pt x="438393" y="33704"/>
                    </a:cubicBezTo>
                    <a:cubicBezTo>
                      <a:pt x="410326" y="26687"/>
                      <a:pt x="353775" y="14742"/>
                      <a:pt x="323452" y="24349"/>
                    </a:cubicBezTo>
                    <a:cubicBezTo>
                      <a:pt x="323285" y="24349"/>
                      <a:pt x="323118" y="24432"/>
                      <a:pt x="322951" y="24516"/>
                    </a:cubicBezTo>
                    <a:cubicBezTo>
                      <a:pt x="318691" y="25936"/>
                      <a:pt x="317020" y="27022"/>
                      <a:pt x="316436" y="27439"/>
                    </a:cubicBezTo>
                    <a:cubicBezTo>
                      <a:pt x="315851" y="28024"/>
                      <a:pt x="315183" y="28525"/>
                      <a:pt x="314431" y="29110"/>
                    </a:cubicBezTo>
                    <a:cubicBezTo>
                      <a:pt x="310004" y="33119"/>
                      <a:pt x="300898" y="42559"/>
                      <a:pt x="282522" y="64444"/>
                    </a:cubicBezTo>
                    <a:cubicBezTo>
                      <a:pt x="279347" y="68203"/>
                      <a:pt x="273918" y="69289"/>
                      <a:pt x="269574" y="66866"/>
                    </a:cubicBezTo>
                    <a:cubicBezTo>
                      <a:pt x="265230" y="64444"/>
                      <a:pt x="263142" y="59349"/>
                      <a:pt x="264562" y="54671"/>
                    </a:cubicBezTo>
                    <a:cubicBezTo>
                      <a:pt x="264896" y="53418"/>
                      <a:pt x="265314" y="52332"/>
                      <a:pt x="265648" y="51246"/>
                    </a:cubicBezTo>
                    <a:lnTo>
                      <a:pt x="249359" y="38716"/>
                    </a:lnTo>
                    <a:cubicBezTo>
                      <a:pt x="230815" y="58179"/>
                      <a:pt x="176770" y="113310"/>
                      <a:pt x="125564" y="146807"/>
                    </a:cubicBezTo>
                    <a:cubicBezTo>
                      <a:pt x="89812" y="170196"/>
                      <a:pt x="61913" y="195757"/>
                      <a:pt x="45457" y="212380"/>
                    </a:cubicBezTo>
                    <a:lnTo>
                      <a:pt x="199156" y="206532"/>
                    </a:lnTo>
                    <a:cubicBezTo>
                      <a:pt x="204920" y="206115"/>
                      <a:pt x="209765" y="210793"/>
                      <a:pt x="210016" y="216556"/>
                    </a:cubicBezTo>
                    <a:cubicBezTo>
                      <a:pt x="210266" y="222320"/>
                      <a:pt x="205755" y="227165"/>
                      <a:pt x="199992" y="227416"/>
                    </a:cubicBezTo>
                    <a:cubicBezTo>
                      <a:pt x="195982" y="227583"/>
                      <a:pt x="192223" y="227749"/>
                      <a:pt x="188798" y="227833"/>
                    </a:cubicBezTo>
                    <a:lnTo>
                      <a:pt x="155135" y="229086"/>
                    </a:lnTo>
                    <a:close/>
                    <a:moveTo>
                      <a:pt x="320195" y="14492"/>
                    </a:moveTo>
                    <a:lnTo>
                      <a:pt x="320195" y="14492"/>
                    </a:lnTo>
                    <a:lnTo>
                      <a:pt x="320195" y="1449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29"/>
              <p:cNvSpPr/>
              <p:nvPr/>
            </p:nvSpPr>
            <p:spPr>
              <a:xfrm>
                <a:off x="7151847" y="4795483"/>
                <a:ext cx="206768" cy="204879"/>
              </a:xfrm>
              <a:custGeom>
                <a:avLst/>
                <a:gdLst/>
                <a:ahLst/>
                <a:cxnLst/>
                <a:rect l="l" t="t" r="r" b="b"/>
                <a:pathLst>
                  <a:path w="206768" h="204879" extrusionOk="0">
                    <a:moveTo>
                      <a:pt x="0" y="170594"/>
                    </a:moveTo>
                    <a:cubicBezTo>
                      <a:pt x="1086" y="207097"/>
                      <a:pt x="36504" y="214782"/>
                      <a:pt x="82947" y="192062"/>
                    </a:cubicBezTo>
                    <a:cubicBezTo>
                      <a:pt x="88544" y="189305"/>
                      <a:pt x="94392" y="186047"/>
                      <a:pt x="100322" y="182371"/>
                    </a:cubicBezTo>
                    <a:cubicBezTo>
                      <a:pt x="102076" y="181202"/>
                      <a:pt x="103914" y="180116"/>
                      <a:pt x="105752" y="178947"/>
                    </a:cubicBezTo>
                    <a:cubicBezTo>
                      <a:pt x="109929" y="176190"/>
                      <a:pt x="114189" y="173183"/>
                      <a:pt x="118198" y="170176"/>
                    </a:cubicBezTo>
                    <a:cubicBezTo>
                      <a:pt x="169236" y="132002"/>
                      <a:pt x="207912" y="73446"/>
                      <a:pt x="206742" y="34436"/>
                    </a:cubicBezTo>
                    <a:cubicBezTo>
                      <a:pt x="205991" y="11130"/>
                      <a:pt x="191372" y="-564"/>
                      <a:pt x="168819" y="21"/>
                    </a:cubicBezTo>
                    <a:cubicBezTo>
                      <a:pt x="167733" y="21"/>
                      <a:pt x="166563" y="104"/>
                      <a:pt x="165394" y="271"/>
                    </a:cubicBezTo>
                    <a:cubicBezTo>
                      <a:pt x="163807" y="271"/>
                      <a:pt x="162136" y="605"/>
                      <a:pt x="160465" y="772"/>
                    </a:cubicBezTo>
                    <a:cubicBezTo>
                      <a:pt x="143508" y="3112"/>
                      <a:pt x="123043" y="11465"/>
                      <a:pt x="101158" y="25916"/>
                    </a:cubicBezTo>
                    <a:cubicBezTo>
                      <a:pt x="44105" y="63589"/>
                      <a:pt x="-1169" y="128243"/>
                      <a:pt x="167" y="17051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29"/>
              <p:cNvSpPr/>
              <p:nvPr/>
            </p:nvSpPr>
            <p:spPr>
              <a:xfrm>
                <a:off x="7141458" y="4785122"/>
                <a:ext cx="227606" cy="225728"/>
              </a:xfrm>
              <a:custGeom>
                <a:avLst/>
                <a:gdLst/>
                <a:ahLst/>
                <a:cxnLst/>
                <a:rect l="l" t="t" r="r" b="b"/>
                <a:pathLst>
                  <a:path w="227606" h="225728" extrusionOk="0">
                    <a:moveTo>
                      <a:pt x="46810" y="225728"/>
                    </a:moveTo>
                    <a:cubicBezTo>
                      <a:pt x="36535" y="225728"/>
                      <a:pt x="27430" y="223473"/>
                      <a:pt x="19912" y="218962"/>
                    </a:cubicBezTo>
                    <a:cubicBezTo>
                      <a:pt x="11225" y="213700"/>
                      <a:pt x="617" y="202924"/>
                      <a:pt x="32" y="181289"/>
                    </a:cubicBezTo>
                    <a:cubicBezTo>
                      <a:pt x="-1388" y="135180"/>
                      <a:pt x="45055" y="67769"/>
                      <a:pt x="105700" y="27673"/>
                    </a:cubicBezTo>
                    <a:cubicBezTo>
                      <a:pt x="128337" y="12721"/>
                      <a:pt x="150390" y="3533"/>
                      <a:pt x="169435" y="943"/>
                    </a:cubicBezTo>
                    <a:cubicBezTo>
                      <a:pt x="171273" y="692"/>
                      <a:pt x="173111" y="442"/>
                      <a:pt x="174781" y="358"/>
                    </a:cubicBezTo>
                    <a:cubicBezTo>
                      <a:pt x="176285" y="191"/>
                      <a:pt x="177705" y="24"/>
                      <a:pt x="179041" y="24"/>
                    </a:cubicBezTo>
                    <a:cubicBezTo>
                      <a:pt x="208027" y="-728"/>
                      <a:pt x="226655" y="16313"/>
                      <a:pt x="227574" y="44547"/>
                    </a:cubicBezTo>
                    <a:cubicBezTo>
                      <a:pt x="228910" y="86981"/>
                      <a:pt x="189901" y="147709"/>
                      <a:pt x="134853" y="188974"/>
                    </a:cubicBezTo>
                    <a:cubicBezTo>
                      <a:pt x="130676" y="192065"/>
                      <a:pt x="126249" y="195239"/>
                      <a:pt x="121905" y="198079"/>
                    </a:cubicBezTo>
                    <a:lnTo>
                      <a:pt x="116392" y="201587"/>
                    </a:lnTo>
                    <a:cubicBezTo>
                      <a:pt x="109626" y="205680"/>
                      <a:pt x="103695" y="209022"/>
                      <a:pt x="98015" y="211779"/>
                    </a:cubicBezTo>
                    <a:cubicBezTo>
                      <a:pt x="79137" y="221050"/>
                      <a:pt x="61762" y="225728"/>
                      <a:pt x="46893" y="225728"/>
                    </a:cubicBezTo>
                    <a:close/>
                    <a:moveTo>
                      <a:pt x="180879" y="20907"/>
                    </a:moveTo>
                    <a:cubicBezTo>
                      <a:pt x="180378" y="20907"/>
                      <a:pt x="179877" y="20907"/>
                      <a:pt x="179376" y="20907"/>
                    </a:cubicBezTo>
                    <a:cubicBezTo>
                      <a:pt x="178540" y="20907"/>
                      <a:pt x="177872" y="20907"/>
                      <a:pt x="177037" y="21074"/>
                    </a:cubicBezTo>
                    <a:cubicBezTo>
                      <a:pt x="176786" y="21074"/>
                      <a:pt x="176452" y="21074"/>
                      <a:pt x="176201" y="21074"/>
                    </a:cubicBezTo>
                    <a:cubicBezTo>
                      <a:pt x="174865" y="21074"/>
                      <a:pt x="173445" y="21325"/>
                      <a:pt x="172025" y="21492"/>
                    </a:cubicBezTo>
                    <a:cubicBezTo>
                      <a:pt x="156154" y="23664"/>
                      <a:pt x="137108" y="31767"/>
                      <a:pt x="117061" y="44964"/>
                    </a:cubicBezTo>
                    <a:cubicBezTo>
                      <a:pt x="63683" y="80215"/>
                      <a:pt x="19578" y="142280"/>
                      <a:pt x="20748" y="180538"/>
                    </a:cubicBezTo>
                    <a:lnTo>
                      <a:pt x="20748" y="180538"/>
                    </a:lnTo>
                    <a:cubicBezTo>
                      <a:pt x="21082" y="190311"/>
                      <a:pt x="24340" y="197244"/>
                      <a:pt x="30605" y="201003"/>
                    </a:cubicBezTo>
                    <a:cubicBezTo>
                      <a:pt x="42383" y="208019"/>
                      <a:pt x="64017" y="205096"/>
                      <a:pt x="88659" y="192984"/>
                    </a:cubicBezTo>
                    <a:cubicBezTo>
                      <a:pt x="93755" y="190478"/>
                      <a:pt x="99184" y="187470"/>
                      <a:pt x="105115" y="183795"/>
                    </a:cubicBezTo>
                    <a:lnTo>
                      <a:pt x="110211" y="180538"/>
                    </a:lnTo>
                    <a:cubicBezTo>
                      <a:pt x="114137" y="177948"/>
                      <a:pt x="118230" y="175024"/>
                      <a:pt x="122072" y="172184"/>
                    </a:cubicBezTo>
                    <a:cubicBezTo>
                      <a:pt x="170438" y="135931"/>
                      <a:pt x="207526" y="80132"/>
                      <a:pt x="206440" y="45132"/>
                    </a:cubicBezTo>
                    <a:cubicBezTo>
                      <a:pt x="205939" y="28759"/>
                      <a:pt x="197502" y="20824"/>
                      <a:pt x="180712" y="208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29"/>
              <p:cNvSpPr/>
              <p:nvPr/>
            </p:nvSpPr>
            <p:spPr>
              <a:xfrm>
                <a:off x="7068734" y="4560770"/>
                <a:ext cx="333180" cy="373777"/>
              </a:xfrm>
              <a:custGeom>
                <a:avLst/>
                <a:gdLst/>
                <a:ahLst/>
                <a:cxnLst/>
                <a:rect l="l" t="t" r="r" b="b"/>
                <a:pathLst>
                  <a:path w="333180" h="373777" extrusionOk="0">
                    <a:moveTo>
                      <a:pt x="90798" y="360116"/>
                    </a:moveTo>
                    <a:cubicBezTo>
                      <a:pt x="161550" y="393529"/>
                      <a:pt x="245918" y="363541"/>
                      <a:pt x="294701" y="293207"/>
                    </a:cubicBezTo>
                    <a:cubicBezTo>
                      <a:pt x="300548" y="284686"/>
                      <a:pt x="305810" y="275497"/>
                      <a:pt x="310739" y="265808"/>
                    </a:cubicBezTo>
                    <a:cubicBezTo>
                      <a:pt x="312075" y="262884"/>
                      <a:pt x="313579" y="259877"/>
                      <a:pt x="314915" y="256786"/>
                    </a:cubicBezTo>
                    <a:cubicBezTo>
                      <a:pt x="317923" y="249853"/>
                      <a:pt x="320679" y="242503"/>
                      <a:pt x="322935" y="235486"/>
                    </a:cubicBezTo>
                    <a:cubicBezTo>
                      <a:pt x="351753" y="145605"/>
                      <a:pt x="318173" y="49459"/>
                      <a:pt x="242410" y="13707"/>
                    </a:cubicBezTo>
                    <a:cubicBezTo>
                      <a:pt x="197219" y="-7593"/>
                      <a:pt x="146347" y="-3250"/>
                      <a:pt x="102994" y="21058"/>
                    </a:cubicBezTo>
                    <a:cubicBezTo>
                      <a:pt x="100906" y="22228"/>
                      <a:pt x="98817" y="23481"/>
                      <a:pt x="96813" y="24901"/>
                    </a:cubicBezTo>
                    <a:cubicBezTo>
                      <a:pt x="93889" y="26655"/>
                      <a:pt x="90965" y="28576"/>
                      <a:pt x="88042" y="30581"/>
                    </a:cubicBezTo>
                    <a:cubicBezTo>
                      <a:pt x="58973" y="50545"/>
                      <a:pt x="34331" y="80032"/>
                      <a:pt x="18209" y="116786"/>
                    </a:cubicBezTo>
                    <a:cubicBezTo>
                      <a:pt x="-23474" y="212431"/>
                      <a:pt x="8770" y="321357"/>
                      <a:pt x="90798" y="3600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29"/>
              <p:cNvSpPr/>
              <p:nvPr/>
            </p:nvSpPr>
            <p:spPr>
              <a:xfrm>
                <a:off x="7068750" y="4560770"/>
                <a:ext cx="244649" cy="372144"/>
              </a:xfrm>
              <a:custGeom>
                <a:avLst/>
                <a:gdLst/>
                <a:ahLst/>
                <a:cxnLst/>
                <a:rect l="l" t="t" r="r" b="b"/>
                <a:pathLst>
                  <a:path w="244649" h="372144" extrusionOk="0">
                    <a:moveTo>
                      <a:pt x="18193" y="116870"/>
                    </a:moveTo>
                    <a:cubicBezTo>
                      <a:pt x="34315" y="80032"/>
                      <a:pt x="58957" y="50629"/>
                      <a:pt x="88026" y="30581"/>
                    </a:cubicBezTo>
                    <a:cubicBezTo>
                      <a:pt x="90950" y="28576"/>
                      <a:pt x="93874" y="26571"/>
                      <a:pt x="96797" y="24901"/>
                    </a:cubicBezTo>
                    <a:cubicBezTo>
                      <a:pt x="98886" y="23481"/>
                      <a:pt x="100974" y="22228"/>
                      <a:pt x="102979" y="21058"/>
                    </a:cubicBezTo>
                    <a:cubicBezTo>
                      <a:pt x="146332" y="-3250"/>
                      <a:pt x="197203" y="-7593"/>
                      <a:pt x="242394" y="13707"/>
                    </a:cubicBezTo>
                    <a:cubicBezTo>
                      <a:pt x="243146" y="14041"/>
                      <a:pt x="243898" y="14543"/>
                      <a:pt x="244649" y="14961"/>
                    </a:cubicBezTo>
                    <a:cubicBezTo>
                      <a:pt x="210735" y="9781"/>
                      <a:pt x="175902" y="16798"/>
                      <a:pt x="144912" y="34173"/>
                    </a:cubicBezTo>
                    <a:cubicBezTo>
                      <a:pt x="142823" y="35342"/>
                      <a:pt x="140735" y="36595"/>
                      <a:pt x="138730" y="38015"/>
                    </a:cubicBezTo>
                    <a:cubicBezTo>
                      <a:pt x="135807" y="39770"/>
                      <a:pt x="132883" y="41691"/>
                      <a:pt x="129960" y="43695"/>
                    </a:cubicBezTo>
                    <a:cubicBezTo>
                      <a:pt x="100890" y="63743"/>
                      <a:pt x="76248" y="93147"/>
                      <a:pt x="60127" y="129901"/>
                    </a:cubicBezTo>
                    <a:cubicBezTo>
                      <a:pt x="18695" y="224877"/>
                      <a:pt x="50270" y="332717"/>
                      <a:pt x="130878" y="372144"/>
                    </a:cubicBezTo>
                    <a:cubicBezTo>
                      <a:pt x="117263" y="370140"/>
                      <a:pt x="103814" y="366214"/>
                      <a:pt x="90783" y="360033"/>
                    </a:cubicBezTo>
                    <a:cubicBezTo>
                      <a:pt x="8838" y="321357"/>
                      <a:pt x="-23489" y="212514"/>
                      <a:pt x="18193" y="11678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29"/>
              <p:cNvSpPr/>
              <p:nvPr/>
            </p:nvSpPr>
            <p:spPr>
              <a:xfrm>
                <a:off x="7058328" y="4550347"/>
                <a:ext cx="353982" cy="394345"/>
              </a:xfrm>
              <a:custGeom>
                <a:avLst/>
                <a:gdLst/>
                <a:ahLst/>
                <a:cxnLst/>
                <a:rect l="l" t="t" r="r" b="b"/>
                <a:pathLst>
                  <a:path w="353982" h="394345" extrusionOk="0">
                    <a:moveTo>
                      <a:pt x="161515" y="394346"/>
                    </a:moveTo>
                    <a:cubicBezTo>
                      <a:pt x="139379" y="394346"/>
                      <a:pt x="117326" y="389668"/>
                      <a:pt x="96694" y="379978"/>
                    </a:cubicBezTo>
                    <a:lnTo>
                      <a:pt x="96694" y="379978"/>
                    </a:lnTo>
                    <a:cubicBezTo>
                      <a:pt x="9904" y="339047"/>
                      <a:pt x="-24929" y="223856"/>
                      <a:pt x="19009" y="123116"/>
                    </a:cubicBezTo>
                    <a:cubicBezTo>
                      <a:pt x="35465" y="85527"/>
                      <a:pt x="60942" y="54202"/>
                      <a:pt x="92517" y="32484"/>
                    </a:cubicBezTo>
                    <a:cubicBezTo>
                      <a:pt x="95691" y="30312"/>
                      <a:pt x="98782" y="28224"/>
                      <a:pt x="101873" y="26386"/>
                    </a:cubicBezTo>
                    <a:cubicBezTo>
                      <a:pt x="103627" y="25133"/>
                      <a:pt x="105966" y="23713"/>
                      <a:pt x="108305" y="22376"/>
                    </a:cubicBezTo>
                    <a:cubicBezTo>
                      <a:pt x="156252" y="-4521"/>
                      <a:pt x="210548" y="-7278"/>
                      <a:pt x="257243" y="14691"/>
                    </a:cubicBezTo>
                    <a:cubicBezTo>
                      <a:pt x="337016" y="52281"/>
                      <a:pt x="373937" y="153021"/>
                      <a:pt x="343198" y="249083"/>
                    </a:cubicBezTo>
                    <a:cubicBezTo>
                      <a:pt x="340859" y="256518"/>
                      <a:pt x="337935" y="264202"/>
                      <a:pt x="334761" y="271386"/>
                    </a:cubicBezTo>
                    <a:cubicBezTo>
                      <a:pt x="333842" y="273391"/>
                      <a:pt x="332923" y="275312"/>
                      <a:pt x="332004" y="277233"/>
                    </a:cubicBezTo>
                    <a:lnTo>
                      <a:pt x="330417" y="280575"/>
                    </a:lnTo>
                    <a:cubicBezTo>
                      <a:pt x="324904" y="291518"/>
                      <a:pt x="319391" y="300873"/>
                      <a:pt x="313543" y="309477"/>
                    </a:cubicBezTo>
                    <a:cubicBezTo>
                      <a:pt x="275871" y="363773"/>
                      <a:pt x="218150" y="394346"/>
                      <a:pt x="161348" y="394346"/>
                    </a:cubicBezTo>
                    <a:close/>
                    <a:moveTo>
                      <a:pt x="191503" y="20873"/>
                    </a:moveTo>
                    <a:cubicBezTo>
                      <a:pt x="166944" y="20873"/>
                      <a:pt x="141968" y="27472"/>
                      <a:pt x="118579" y="40586"/>
                    </a:cubicBezTo>
                    <a:cubicBezTo>
                      <a:pt x="116741" y="41589"/>
                      <a:pt x="114987" y="42758"/>
                      <a:pt x="113150" y="43928"/>
                    </a:cubicBezTo>
                    <a:cubicBezTo>
                      <a:pt x="109808" y="45932"/>
                      <a:pt x="107052" y="47770"/>
                      <a:pt x="104379" y="49692"/>
                    </a:cubicBezTo>
                    <a:cubicBezTo>
                      <a:pt x="75978" y="69238"/>
                      <a:pt x="53090" y="97472"/>
                      <a:pt x="38221" y="131469"/>
                    </a:cubicBezTo>
                    <a:cubicBezTo>
                      <a:pt x="-1206" y="221935"/>
                      <a:pt x="29033" y="324930"/>
                      <a:pt x="105715" y="361017"/>
                    </a:cubicBezTo>
                    <a:lnTo>
                      <a:pt x="105715" y="361017"/>
                    </a:lnTo>
                    <a:cubicBezTo>
                      <a:pt x="170870" y="391756"/>
                      <a:pt x="249391" y="365694"/>
                      <a:pt x="296586" y="297615"/>
                    </a:cubicBezTo>
                    <a:cubicBezTo>
                      <a:pt x="301933" y="289847"/>
                      <a:pt x="306945" y="281243"/>
                      <a:pt x="311873" y="271470"/>
                    </a:cubicBezTo>
                    <a:lnTo>
                      <a:pt x="313377" y="268295"/>
                    </a:lnTo>
                    <a:cubicBezTo>
                      <a:pt x="314212" y="266542"/>
                      <a:pt x="315047" y="264871"/>
                      <a:pt x="315799" y="263033"/>
                    </a:cubicBezTo>
                    <a:cubicBezTo>
                      <a:pt x="318639" y="256518"/>
                      <a:pt x="321312" y="249417"/>
                      <a:pt x="323484" y="242651"/>
                    </a:cubicBezTo>
                    <a:cubicBezTo>
                      <a:pt x="351050" y="156613"/>
                      <a:pt x="318806" y="66648"/>
                      <a:pt x="248472" y="33570"/>
                    </a:cubicBezTo>
                    <a:cubicBezTo>
                      <a:pt x="230512" y="25049"/>
                      <a:pt x="211133" y="20873"/>
                      <a:pt x="191503" y="208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29"/>
              <p:cNvSpPr/>
              <p:nvPr/>
            </p:nvSpPr>
            <p:spPr>
              <a:xfrm>
                <a:off x="7329235" y="5061333"/>
                <a:ext cx="125221" cy="205376"/>
              </a:xfrm>
              <a:custGeom>
                <a:avLst/>
                <a:gdLst/>
                <a:ahLst/>
                <a:cxnLst/>
                <a:rect l="l" t="t" r="r" b="b"/>
                <a:pathLst>
                  <a:path w="125221" h="205376" extrusionOk="0">
                    <a:moveTo>
                      <a:pt x="10394" y="205377"/>
                    </a:moveTo>
                    <a:cubicBezTo>
                      <a:pt x="9391" y="205377"/>
                      <a:pt x="8389" y="205210"/>
                      <a:pt x="7386" y="204959"/>
                    </a:cubicBezTo>
                    <a:cubicBezTo>
                      <a:pt x="1873" y="203289"/>
                      <a:pt x="-1218" y="197441"/>
                      <a:pt x="453" y="191928"/>
                    </a:cubicBezTo>
                    <a:cubicBezTo>
                      <a:pt x="18747" y="131367"/>
                      <a:pt x="47565" y="55102"/>
                      <a:pt x="107959" y="2560"/>
                    </a:cubicBezTo>
                    <a:cubicBezTo>
                      <a:pt x="112303" y="-1198"/>
                      <a:pt x="118902" y="-781"/>
                      <a:pt x="122661" y="3563"/>
                    </a:cubicBezTo>
                    <a:cubicBezTo>
                      <a:pt x="126420" y="7906"/>
                      <a:pt x="126002" y="14506"/>
                      <a:pt x="121659" y="18264"/>
                    </a:cubicBezTo>
                    <a:cubicBezTo>
                      <a:pt x="65274" y="67298"/>
                      <a:pt x="37959" y="139971"/>
                      <a:pt x="20501" y="197859"/>
                    </a:cubicBezTo>
                    <a:cubicBezTo>
                      <a:pt x="19164" y="202370"/>
                      <a:pt x="14988" y="205293"/>
                      <a:pt x="10477" y="2052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29"/>
              <p:cNvSpPr/>
              <p:nvPr/>
            </p:nvSpPr>
            <p:spPr>
              <a:xfrm>
                <a:off x="7292816" y="5399491"/>
                <a:ext cx="93591" cy="118399"/>
              </a:xfrm>
              <a:custGeom>
                <a:avLst/>
                <a:gdLst/>
                <a:ahLst/>
                <a:cxnLst/>
                <a:rect l="l" t="t" r="r" b="b"/>
                <a:pathLst>
                  <a:path w="93591" h="118399" extrusionOk="0">
                    <a:moveTo>
                      <a:pt x="83149" y="118400"/>
                    </a:moveTo>
                    <a:cubicBezTo>
                      <a:pt x="81228" y="118400"/>
                      <a:pt x="79307" y="117899"/>
                      <a:pt x="77552" y="116813"/>
                    </a:cubicBezTo>
                    <a:cubicBezTo>
                      <a:pt x="63268" y="107708"/>
                      <a:pt x="30190" y="70285"/>
                      <a:pt x="1204" y="15321"/>
                    </a:cubicBezTo>
                    <a:cubicBezTo>
                      <a:pt x="-1469" y="10226"/>
                      <a:pt x="452" y="3877"/>
                      <a:pt x="5548" y="1204"/>
                    </a:cubicBezTo>
                    <a:cubicBezTo>
                      <a:pt x="10643" y="-1469"/>
                      <a:pt x="16992" y="452"/>
                      <a:pt x="19665" y="5548"/>
                    </a:cubicBezTo>
                    <a:cubicBezTo>
                      <a:pt x="49736" y="62600"/>
                      <a:pt x="80810" y="94092"/>
                      <a:pt x="88746" y="99104"/>
                    </a:cubicBezTo>
                    <a:cubicBezTo>
                      <a:pt x="93591" y="102195"/>
                      <a:pt x="95094" y="108627"/>
                      <a:pt x="91920" y="113471"/>
                    </a:cubicBezTo>
                    <a:cubicBezTo>
                      <a:pt x="89915" y="116646"/>
                      <a:pt x="86574" y="118316"/>
                      <a:pt x="83066" y="1183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29"/>
              <p:cNvSpPr/>
              <p:nvPr/>
            </p:nvSpPr>
            <p:spPr>
              <a:xfrm>
                <a:off x="7331849" y="5366615"/>
                <a:ext cx="140298" cy="930298"/>
              </a:xfrm>
              <a:custGeom>
                <a:avLst/>
                <a:gdLst/>
                <a:ahLst/>
                <a:cxnLst/>
                <a:rect l="l" t="t" r="r" b="b"/>
                <a:pathLst>
                  <a:path w="140298" h="930298" extrusionOk="0">
                    <a:moveTo>
                      <a:pt x="91562" y="930214"/>
                    </a:moveTo>
                    <a:cubicBezTo>
                      <a:pt x="86550" y="930214"/>
                      <a:pt x="82123" y="926455"/>
                      <a:pt x="81204" y="921360"/>
                    </a:cubicBezTo>
                    <a:cubicBezTo>
                      <a:pt x="80118" y="915429"/>
                      <a:pt x="82541" y="887530"/>
                      <a:pt x="92815" y="779439"/>
                    </a:cubicBezTo>
                    <a:cubicBezTo>
                      <a:pt x="104844" y="653054"/>
                      <a:pt x="124975" y="441383"/>
                      <a:pt x="118376" y="418579"/>
                    </a:cubicBezTo>
                    <a:cubicBezTo>
                      <a:pt x="110273" y="390262"/>
                      <a:pt x="100584" y="352422"/>
                      <a:pt x="91312" y="315751"/>
                    </a:cubicBezTo>
                    <a:cubicBezTo>
                      <a:pt x="75775" y="254605"/>
                      <a:pt x="58149" y="185274"/>
                      <a:pt x="49211" y="169068"/>
                    </a:cubicBezTo>
                    <a:lnTo>
                      <a:pt x="44534" y="160632"/>
                    </a:lnTo>
                    <a:cubicBezTo>
                      <a:pt x="19307" y="115190"/>
                      <a:pt x="-9345" y="63651"/>
                      <a:pt x="2934" y="8185"/>
                    </a:cubicBezTo>
                    <a:cubicBezTo>
                      <a:pt x="4188" y="2589"/>
                      <a:pt x="9784" y="-1003"/>
                      <a:pt x="15381" y="249"/>
                    </a:cubicBezTo>
                    <a:cubicBezTo>
                      <a:pt x="20977" y="1503"/>
                      <a:pt x="24570" y="7099"/>
                      <a:pt x="23316" y="12696"/>
                    </a:cubicBezTo>
                    <a:cubicBezTo>
                      <a:pt x="12791" y="60393"/>
                      <a:pt x="39355" y="108257"/>
                      <a:pt x="62827" y="150524"/>
                    </a:cubicBezTo>
                    <a:lnTo>
                      <a:pt x="67505" y="159044"/>
                    </a:lnTo>
                    <a:cubicBezTo>
                      <a:pt x="77780" y="177588"/>
                      <a:pt x="94152" y="242243"/>
                      <a:pt x="111526" y="310656"/>
                    </a:cubicBezTo>
                    <a:cubicBezTo>
                      <a:pt x="120799" y="347159"/>
                      <a:pt x="130405" y="384916"/>
                      <a:pt x="138424" y="412899"/>
                    </a:cubicBezTo>
                    <a:cubicBezTo>
                      <a:pt x="145524" y="437541"/>
                      <a:pt x="131407" y="594415"/>
                      <a:pt x="113615" y="781527"/>
                    </a:cubicBezTo>
                    <a:cubicBezTo>
                      <a:pt x="107266" y="848102"/>
                      <a:pt x="101335" y="911002"/>
                      <a:pt x="101837" y="918269"/>
                    </a:cubicBezTo>
                    <a:cubicBezTo>
                      <a:pt x="102839" y="923950"/>
                      <a:pt x="99080" y="929129"/>
                      <a:pt x="93400" y="930131"/>
                    </a:cubicBezTo>
                    <a:cubicBezTo>
                      <a:pt x="92815" y="930214"/>
                      <a:pt x="92230" y="930298"/>
                      <a:pt x="91562" y="9302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29"/>
              <p:cNvSpPr/>
              <p:nvPr/>
            </p:nvSpPr>
            <p:spPr>
              <a:xfrm>
                <a:off x="7232272" y="6248334"/>
                <a:ext cx="495196" cy="473464"/>
              </a:xfrm>
              <a:custGeom>
                <a:avLst/>
                <a:gdLst/>
                <a:ahLst/>
                <a:cxnLst/>
                <a:rect l="l" t="t" r="r" b="b"/>
                <a:pathLst>
                  <a:path w="495196" h="473464" extrusionOk="0">
                    <a:moveTo>
                      <a:pt x="89230" y="136873"/>
                    </a:moveTo>
                    <a:cubicBezTo>
                      <a:pt x="89230" y="136873"/>
                      <a:pt x="-38408" y="275954"/>
                      <a:pt x="11628" y="314546"/>
                    </a:cubicBezTo>
                    <a:cubicBezTo>
                      <a:pt x="62165" y="353556"/>
                      <a:pt x="156974" y="198854"/>
                      <a:pt x="155554" y="213138"/>
                    </a:cubicBezTo>
                    <a:cubicBezTo>
                      <a:pt x="155554" y="213389"/>
                      <a:pt x="129492" y="287064"/>
                      <a:pt x="117297" y="317470"/>
                    </a:cubicBezTo>
                    <a:cubicBezTo>
                      <a:pt x="105017" y="348126"/>
                      <a:pt x="67010" y="412112"/>
                      <a:pt x="80542" y="442434"/>
                    </a:cubicBezTo>
                    <a:cubicBezTo>
                      <a:pt x="96497" y="478186"/>
                      <a:pt x="130829" y="467243"/>
                      <a:pt x="157392" y="445776"/>
                    </a:cubicBezTo>
                    <a:cubicBezTo>
                      <a:pt x="161485" y="442434"/>
                      <a:pt x="161819" y="496730"/>
                      <a:pt x="230399" y="461563"/>
                    </a:cubicBezTo>
                    <a:cubicBezTo>
                      <a:pt x="257881" y="447446"/>
                      <a:pt x="275841" y="429904"/>
                      <a:pt x="275841" y="429904"/>
                    </a:cubicBezTo>
                    <a:cubicBezTo>
                      <a:pt x="275841" y="429904"/>
                      <a:pt x="339493" y="466826"/>
                      <a:pt x="406569" y="340608"/>
                    </a:cubicBezTo>
                    <a:cubicBezTo>
                      <a:pt x="482416" y="197935"/>
                      <a:pt x="494111" y="84832"/>
                      <a:pt x="494111" y="84832"/>
                    </a:cubicBezTo>
                    <a:lnTo>
                      <a:pt x="495197" y="69296"/>
                    </a:lnTo>
                    <a:cubicBezTo>
                      <a:pt x="417094" y="24355"/>
                      <a:pt x="327547" y="11074"/>
                      <a:pt x="235077" y="381"/>
                    </a:cubicBezTo>
                    <a:lnTo>
                      <a:pt x="235077" y="381"/>
                    </a:lnTo>
                    <a:cubicBezTo>
                      <a:pt x="215614" y="-1874"/>
                      <a:pt x="196234" y="5978"/>
                      <a:pt x="183872" y="21181"/>
                    </a:cubicBezTo>
                    <a:lnTo>
                      <a:pt x="89230" y="13695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29"/>
              <p:cNvSpPr/>
              <p:nvPr/>
            </p:nvSpPr>
            <p:spPr>
              <a:xfrm>
                <a:off x="7309942" y="6449904"/>
                <a:ext cx="107171" cy="263887"/>
              </a:xfrm>
              <a:custGeom>
                <a:avLst/>
                <a:gdLst/>
                <a:ahLst/>
                <a:cxnLst/>
                <a:rect l="l" t="t" r="r" b="b"/>
                <a:pathLst>
                  <a:path w="107171" h="263887" extrusionOk="0">
                    <a:moveTo>
                      <a:pt x="35867" y="254897"/>
                    </a:moveTo>
                    <a:cubicBezTo>
                      <a:pt x="22335" y="224575"/>
                      <a:pt x="60342" y="160589"/>
                      <a:pt x="72621" y="129933"/>
                    </a:cubicBezTo>
                    <a:cubicBezTo>
                      <a:pt x="84817" y="99527"/>
                      <a:pt x="89328" y="85995"/>
                      <a:pt x="106285" y="38298"/>
                    </a:cubicBezTo>
                    <a:cubicBezTo>
                      <a:pt x="107120" y="30196"/>
                      <a:pt x="113051" y="-22931"/>
                      <a:pt x="77884" y="11484"/>
                    </a:cubicBezTo>
                    <a:cubicBezTo>
                      <a:pt x="75294" y="18417"/>
                      <a:pt x="41715" y="110721"/>
                      <a:pt x="39626" y="115816"/>
                    </a:cubicBezTo>
                    <a:cubicBezTo>
                      <a:pt x="27347" y="146472"/>
                      <a:pt x="-10660" y="210458"/>
                      <a:pt x="2872" y="240780"/>
                    </a:cubicBezTo>
                    <a:cubicBezTo>
                      <a:pt x="11476" y="260077"/>
                      <a:pt x="25426" y="265673"/>
                      <a:pt x="40712" y="263418"/>
                    </a:cubicBezTo>
                    <a:cubicBezTo>
                      <a:pt x="38958" y="260912"/>
                      <a:pt x="37287" y="258155"/>
                      <a:pt x="35867" y="25489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29"/>
              <p:cNvSpPr/>
              <p:nvPr/>
            </p:nvSpPr>
            <p:spPr>
              <a:xfrm>
                <a:off x="7232188" y="6248250"/>
                <a:ext cx="470220" cy="320891"/>
              </a:xfrm>
              <a:custGeom>
                <a:avLst/>
                <a:gdLst/>
                <a:ahLst/>
                <a:cxnLst/>
                <a:rect l="l" t="t" r="r" b="b"/>
                <a:pathLst>
                  <a:path w="470220" h="320891" extrusionOk="0">
                    <a:moveTo>
                      <a:pt x="122225" y="151074"/>
                    </a:moveTo>
                    <a:lnTo>
                      <a:pt x="216867" y="35298"/>
                    </a:lnTo>
                    <a:cubicBezTo>
                      <a:pt x="229313" y="20095"/>
                      <a:pt x="248609" y="12243"/>
                      <a:pt x="268072" y="14498"/>
                    </a:cubicBezTo>
                    <a:cubicBezTo>
                      <a:pt x="338406" y="22601"/>
                      <a:pt x="407070" y="32291"/>
                      <a:pt x="470220" y="56181"/>
                    </a:cubicBezTo>
                    <a:cubicBezTo>
                      <a:pt x="398299" y="21599"/>
                      <a:pt x="317858" y="9904"/>
                      <a:pt x="235077" y="381"/>
                    </a:cubicBezTo>
                    <a:cubicBezTo>
                      <a:pt x="215614" y="-1874"/>
                      <a:pt x="196235" y="5978"/>
                      <a:pt x="183872" y="21181"/>
                    </a:cubicBezTo>
                    <a:lnTo>
                      <a:pt x="89230" y="136957"/>
                    </a:lnTo>
                    <a:cubicBezTo>
                      <a:pt x="89230" y="136957"/>
                      <a:pt x="-38408" y="276038"/>
                      <a:pt x="11628" y="314630"/>
                    </a:cubicBezTo>
                    <a:cubicBezTo>
                      <a:pt x="19230" y="320561"/>
                      <a:pt x="27917" y="321897"/>
                      <a:pt x="37105" y="320227"/>
                    </a:cubicBezTo>
                    <a:cubicBezTo>
                      <a:pt x="10208" y="273031"/>
                      <a:pt x="122142" y="151074"/>
                      <a:pt x="122142" y="15107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29"/>
              <p:cNvSpPr/>
              <p:nvPr/>
            </p:nvSpPr>
            <p:spPr>
              <a:xfrm>
                <a:off x="7408041" y="6707996"/>
                <a:ext cx="21551" cy="13707"/>
              </a:xfrm>
              <a:custGeom>
                <a:avLst/>
                <a:gdLst/>
                <a:ahLst/>
                <a:cxnLst/>
                <a:rect l="l" t="t" r="r" b="b"/>
                <a:pathLst>
                  <a:path w="21551" h="13707" extrusionOk="0">
                    <a:moveTo>
                      <a:pt x="14535" y="146"/>
                    </a:moveTo>
                    <a:cubicBezTo>
                      <a:pt x="9857" y="3905"/>
                      <a:pt x="4928" y="7330"/>
                      <a:pt x="0" y="10254"/>
                    </a:cubicBezTo>
                    <a:cubicBezTo>
                      <a:pt x="5263" y="13010"/>
                      <a:pt x="12196" y="14514"/>
                      <a:pt x="21551" y="13261"/>
                    </a:cubicBezTo>
                    <a:cubicBezTo>
                      <a:pt x="17124" y="5910"/>
                      <a:pt x="16122" y="-1107"/>
                      <a:pt x="14535" y="14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29"/>
              <p:cNvSpPr/>
              <p:nvPr/>
            </p:nvSpPr>
            <p:spPr>
              <a:xfrm>
                <a:off x="7221817" y="6237650"/>
                <a:ext cx="516045" cy="494549"/>
              </a:xfrm>
              <a:custGeom>
                <a:avLst/>
                <a:gdLst/>
                <a:ahLst/>
                <a:cxnLst/>
                <a:rect l="l" t="t" r="r" b="b"/>
                <a:pathLst>
                  <a:path w="516045" h="494549" extrusionOk="0">
                    <a:moveTo>
                      <a:pt x="201594" y="494550"/>
                    </a:moveTo>
                    <a:cubicBezTo>
                      <a:pt x="195914" y="494550"/>
                      <a:pt x="190568" y="493631"/>
                      <a:pt x="185723" y="491793"/>
                    </a:cubicBezTo>
                    <a:cubicBezTo>
                      <a:pt x="174196" y="487450"/>
                      <a:pt x="167931" y="479013"/>
                      <a:pt x="164255" y="471996"/>
                    </a:cubicBezTo>
                    <a:cubicBezTo>
                      <a:pt x="150556" y="481101"/>
                      <a:pt x="131177" y="490039"/>
                      <a:pt x="112382" y="485528"/>
                    </a:cubicBezTo>
                    <a:cubicBezTo>
                      <a:pt x="103026" y="483273"/>
                      <a:pt x="90079" y="476590"/>
                      <a:pt x="81475" y="457294"/>
                    </a:cubicBezTo>
                    <a:cubicBezTo>
                      <a:pt x="68945" y="429228"/>
                      <a:pt x="90246" y="384120"/>
                      <a:pt x="107370" y="347867"/>
                    </a:cubicBezTo>
                    <a:cubicBezTo>
                      <a:pt x="111547" y="339013"/>
                      <a:pt x="115473" y="330660"/>
                      <a:pt x="118062" y="324227"/>
                    </a:cubicBezTo>
                    <a:cubicBezTo>
                      <a:pt x="123074" y="311698"/>
                      <a:pt x="130592" y="291566"/>
                      <a:pt x="137525" y="272354"/>
                    </a:cubicBezTo>
                    <a:cubicBezTo>
                      <a:pt x="103110" y="312951"/>
                      <a:pt x="52740" y="361984"/>
                      <a:pt x="15651" y="333416"/>
                    </a:cubicBezTo>
                    <a:cubicBezTo>
                      <a:pt x="6463" y="326316"/>
                      <a:pt x="1200" y="316375"/>
                      <a:pt x="198" y="303929"/>
                    </a:cubicBezTo>
                    <a:cubicBezTo>
                      <a:pt x="-4647" y="247879"/>
                      <a:pt x="80974" y="152485"/>
                      <a:pt x="91749" y="140624"/>
                    </a:cubicBezTo>
                    <a:lnTo>
                      <a:pt x="186224" y="25015"/>
                    </a:lnTo>
                    <a:cubicBezTo>
                      <a:pt x="200926" y="6972"/>
                      <a:pt x="223647" y="-2217"/>
                      <a:pt x="246702" y="456"/>
                    </a:cubicBezTo>
                    <a:cubicBezTo>
                      <a:pt x="340341" y="11232"/>
                      <a:pt x="431058" y="24764"/>
                      <a:pt x="510831" y="70707"/>
                    </a:cubicBezTo>
                    <a:cubicBezTo>
                      <a:pt x="514339" y="72712"/>
                      <a:pt x="516344" y="76471"/>
                      <a:pt x="516010" y="80480"/>
                    </a:cubicBezTo>
                    <a:lnTo>
                      <a:pt x="514924" y="96017"/>
                    </a:lnTo>
                    <a:cubicBezTo>
                      <a:pt x="514423" y="101029"/>
                      <a:pt x="502060" y="213130"/>
                      <a:pt x="426213" y="355970"/>
                    </a:cubicBezTo>
                    <a:cubicBezTo>
                      <a:pt x="397310" y="410266"/>
                      <a:pt x="365150" y="442843"/>
                      <a:pt x="330401" y="452784"/>
                    </a:cubicBezTo>
                    <a:cubicBezTo>
                      <a:pt x="311606" y="458130"/>
                      <a:pt x="296737" y="455290"/>
                      <a:pt x="288384" y="452533"/>
                    </a:cubicBezTo>
                    <a:cubicBezTo>
                      <a:pt x="280866" y="459049"/>
                      <a:pt x="265747" y="471077"/>
                      <a:pt x="245616" y="481352"/>
                    </a:cubicBezTo>
                    <a:cubicBezTo>
                      <a:pt x="228575" y="490122"/>
                      <a:pt x="213957" y="494466"/>
                      <a:pt x="201511" y="494466"/>
                    </a:cubicBezTo>
                    <a:close/>
                    <a:moveTo>
                      <a:pt x="168432" y="445850"/>
                    </a:moveTo>
                    <a:cubicBezTo>
                      <a:pt x="169351" y="445850"/>
                      <a:pt x="170186" y="445934"/>
                      <a:pt x="171022" y="446185"/>
                    </a:cubicBezTo>
                    <a:cubicBezTo>
                      <a:pt x="176785" y="447688"/>
                      <a:pt x="178707" y="452533"/>
                      <a:pt x="180210" y="456459"/>
                    </a:cubicBezTo>
                    <a:cubicBezTo>
                      <a:pt x="182215" y="461554"/>
                      <a:pt x="185305" y="469323"/>
                      <a:pt x="193074" y="472247"/>
                    </a:cubicBezTo>
                    <a:cubicBezTo>
                      <a:pt x="202430" y="475755"/>
                      <a:pt x="217298" y="472497"/>
                      <a:pt x="236093" y="462891"/>
                    </a:cubicBezTo>
                    <a:cubicBezTo>
                      <a:pt x="261737" y="449777"/>
                      <a:pt x="278778" y="433237"/>
                      <a:pt x="278945" y="433070"/>
                    </a:cubicBezTo>
                    <a:cubicBezTo>
                      <a:pt x="282287" y="429812"/>
                      <a:pt x="287466" y="429144"/>
                      <a:pt x="291475" y="431483"/>
                    </a:cubicBezTo>
                    <a:cubicBezTo>
                      <a:pt x="291893" y="431733"/>
                      <a:pt x="305091" y="438750"/>
                      <a:pt x="325389" y="432653"/>
                    </a:cubicBezTo>
                    <a:cubicBezTo>
                      <a:pt x="345186" y="426722"/>
                      <a:pt x="375509" y="406925"/>
                      <a:pt x="407752" y="346364"/>
                    </a:cubicBezTo>
                    <a:cubicBezTo>
                      <a:pt x="481594" y="207366"/>
                      <a:pt x="494041" y="95516"/>
                      <a:pt x="494124" y="94347"/>
                    </a:cubicBezTo>
                    <a:lnTo>
                      <a:pt x="494709" y="85743"/>
                    </a:lnTo>
                    <a:cubicBezTo>
                      <a:pt x="419697" y="44311"/>
                      <a:pt x="333408" y="31614"/>
                      <a:pt x="244279" y="21339"/>
                    </a:cubicBezTo>
                    <a:cubicBezTo>
                      <a:pt x="228241" y="19502"/>
                      <a:pt x="212537" y="25850"/>
                      <a:pt x="202346" y="38380"/>
                    </a:cubicBezTo>
                    <a:lnTo>
                      <a:pt x="107704" y="154156"/>
                    </a:lnTo>
                    <a:cubicBezTo>
                      <a:pt x="107704" y="154156"/>
                      <a:pt x="107454" y="154490"/>
                      <a:pt x="107286" y="154573"/>
                    </a:cubicBezTo>
                    <a:cubicBezTo>
                      <a:pt x="82143" y="182056"/>
                      <a:pt x="17489" y="262079"/>
                      <a:pt x="20914" y="302175"/>
                    </a:cubicBezTo>
                    <a:cubicBezTo>
                      <a:pt x="21499" y="308774"/>
                      <a:pt x="23838" y="313368"/>
                      <a:pt x="28348" y="316877"/>
                    </a:cubicBezTo>
                    <a:cubicBezTo>
                      <a:pt x="57668" y="339514"/>
                      <a:pt x="118897" y="262748"/>
                      <a:pt x="141869" y="233845"/>
                    </a:cubicBezTo>
                    <a:cubicBezTo>
                      <a:pt x="157406" y="214383"/>
                      <a:pt x="161081" y="209705"/>
                      <a:pt x="169601" y="213130"/>
                    </a:cubicBezTo>
                    <a:cubicBezTo>
                      <a:pt x="174196" y="214967"/>
                      <a:pt x="176785" y="219562"/>
                      <a:pt x="176284" y="224741"/>
                    </a:cubicBezTo>
                    <a:lnTo>
                      <a:pt x="176033" y="224741"/>
                    </a:lnTo>
                    <a:cubicBezTo>
                      <a:pt x="172609" y="238941"/>
                      <a:pt x="137692" y="330993"/>
                      <a:pt x="137358" y="331912"/>
                    </a:cubicBezTo>
                    <a:cubicBezTo>
                      <a:pt x="134518" y="338929"/>
                      <a:pt x="130425" y="347533"/>
                      <a:pt x="126165" y="356722"/>
                    </a:cubicBezTo>
                    <a:cubicBezTo>
                      <a:pt x="112465" y="385707"/>
                      <a:pt x="91833" y="429395"/>
                      <a:pt x="100437" y="448774"/>
                    </a:cubicBezTo>
                    <a:cubicBezTo>
                      <a:pt x="104613" y="458130"/>
                      <a:pt x="110043" y="463476"/>
                      <a:pt x="117143" y="465146"/>
                    </a:cubicBezTo>
                    <a:cubicBezTo>
                      <a:pt x="128253" y="467903"/>
                      <a:pt x="144709" y="461471"/>
                      <a:pt x="161165" y="448190"/>
                    </a:cubicBezTo>
                    <a:cubicBezTo>
                      <a:pt x="163086" y="446602"/>
                      <a:pt x="165759" y="445767"/>
                      <a:pt x="168265" y="445767"/>
                    </a:cubicBezTo>
                    <a:close/>
                    <a:moveTo>
                      <a:pt x="99685" y="147557"/>
                    </a:moveTo>
                    <a:lnTo>
                      <a:pt x="99685" y="147557"/>
                    </a:lnTo>
                    <a:lnTo>
                      <a:pt x="99685" y="14755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29"/>
              <p:cNvSpPr/>
              <p:nvPr/>
            </p:nvSpPr>
            <p:spPr>
              <a:xfrm>
                <a:off x="7235725" y="6452090"/>
                <a:ext cx="61758" cy="119727"/>
              </a:xfrm>
              <a:custGeom>
                <a:avLst/>
                <a:gdLst/>
                <a:ahLst/>
                <a:cxnLst/>
                <a:rect l="l" t="t" r="r" b="b"/>
                <a:pathLst>
                  <a:path w="61758" h="119727" extrusionOk="0">
                    <a:moveTo>
                      <a:pt x="10431" y="119728"/>
                    </a:moveTo>
                    <a:cubicBezTo>
                      <a:pt x="7006" y="119728"/>
                      <a:pt x="3664" y="118057"/>
                      <a:pt x="1660" y="114966"/>
                    </a:cubicBezTo>
                    <a:cubicBezTo>
                      <a:pt x="-1431" y="110122"/>
                      <a:pt x="-95" y="103690"/>
                      <a:pt x="4750" y="100515"/>
                    </a:cubicBezTo>
                    <a:cubicBezTo>
                      <a:pt x="18700" y="91577"/>
                      <a:pt x="30562" y="76542"/>
                      <a:pt x="36660" y="60420"/>
                    </a:cubicBezTo>
                    <a:cubicBezTo>
                      <a:pt x="40335" y="50730"/>
                      <a:pt x="44846" y="32102"/>
                      <a:pt x="34571" y="16148"/>
                    </a:cubicBezTo>
                    <a:cubicBezTo>
                      <a:pt x="31481" y="11303"/>
                      <a:pt x="32817" y="4871"/>
                      <a:pt x="37662" y="1696"/>
                    </a:cubicBezTo>
                    <a:cubicBezTo>
                      <a:pt x="42507" y="-1478"/>
                      <a:pt x="49022" y="-57"/>
                      <a:pt x="52113" y="4787"/>
                    </a:cubicBezTo>
                    <a:cubicBezTo>
                      <a:pt x="63390" y="22246"/>
                      <a:pt x="64810" y="44632"/>
                      <a:pt x="56206" y="67687"/>
                    </a:cubicBezTo>
                    <a:cubicBezTo>
                      <a:pt x="48521" y="88153"/>
                      <a:pt x="33903" y="106529"/>
                      <a:pt x="16111" y="117974"/>
                    </a:cubicBezTo>
                    <a:cubicBezTo>
                      <a:pt x="14357" y="119059"/>
                      <a:pt x="12435" y="119644"/>
                      <a:pt x="10431" y="1196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29"/>
              <p:cNvSpPr/>
              <p:nvPr/>
            </p:nvSpPr>
            <p:spPr>
              <a:xfrm>
                <a:off x="7373563" y="6536532"/>
                <a:ext cx="105348" cy="173866"/>
              </a:xfrm>
              <a:custGeom>
                <a:avLst/>
                <a:gdLst/>
                <a:ahLst/>
                <a:cxnLst/>
                <a:rect l="l" t="t" r="r" b="b"/>
                <a:pathLst>
                  <a:path w="105348" h="173866" extrusionOk="0">
                    <a:moveTo>
                      <a:pt x="10421" y="173866"/>
                    </a:moveTo>
                    <a:cubicBezTo>
                      <a:pt x="7748" y="173866"/>
                      <a:pt x="5074" y="172864"/>
                      <a:pt x="3070" y="170776"/>
                    </a:cubicBezTo>
                    <a:cubicBezTo>
                      <a:pt x="-1023" y="166682"/>
                      <a:pt x="-1023" y="160083"/>
                      <a:pt x="3070" y="155990"/>
                    </a:cubicBezTo>
                    <a:cubicBezTo>
                      <a:pt x="34144" y="124916"/>
                      <a:pt x="71149" y="52661"/>
                      <a:pt x="84931" y="7387"/>
                    </a:cubicBezTo>
                    <a:cubicBezTo>
                      <a:pt x="86602" y="1873"/>
                      <a:pt x="92449" y="-1218"/>
                      <a:pt x="97963" y="453"/>
                    </a:cubicBezTo>
                    <a:cubicBezTo>
                      <a:pt x="103475" y="2124"/>
                      <a:pt x="106566" y="7971"/>
                      <a:pt x="104896" y="13484"/>
                    </a:cubicBezTo>
                    <a:cubicBezTo>
                      <a:pt x="90361" y="61181"/>
                      <a:pt x="51017" y="137529"/>
                      <a:pt x="17772" y="170776"/>
                    </a:cubicBezTo>
                    <a:cubicBezTo>
                      <a:pt x="15767" y="172780"/>
                      <a:pt x="13094" y="173866"/>
                      <a:pt x="10421" y="17386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29"/>
              <p:cNvSpPr/>
              <p:nvPr/>
            </p:nvSpPr>
            <p:spPr>
              <a:xfrm>
                <a:off x="7449420" y="6550439"/>
                <a:ext cx="126766" cy="170901"/>
              </a:xfrm>
              <a:custGeom>
                <a:avLst/>
                <a:gdLst/>
                <a:ahLst/>
                <a:cxnLst/>
                <a:rect l="l" t="t" r="r" b="b"/>
                <a:pathLst>
                  <a:path w="126766" h="170901" extrusionOk="0">
                    <a:moveTo>
                      <a:pt x="10495" y="170818"/>
                    </a:moveTo>
                    <a:cubicBezTo>
                      <a:pt x="6569" y="170818"/>
                      <a:pt x="2810" y="168563"/>
                      <a:pt x="972" y="164804"/>
                    </a:cubicBezTo>
                    <a:cubicBezTo>
                      <a:pt x="-1450" y="159542"/>
                      <a:pt x="805" y="153360"/>
                      <a:pt x="6067" y="150937"/>
                    </a:cubicBezTo>
                    <a:cubicBezTo>
                      <a:pt x="44659" y="133061"/>
                      <a:pt x="88764" y="48527"/>
                      <a:pt x="106724" y="6343"/>
                    </a:cubicBezTo>
                    <a:cubicBezTo>
                      <a:pt x="108979" y="1081"/>
                      <a:pt x="115077" y="-1425"/>
                      <a:pt x="120423" y="830"/>
                    </a:cubicBezTo>
                    <a:cubicBezTo>
                      <a:pt x="125686" y="3085"/>
                      <a:pt x="128192" y="9183"/>
                      <a:pt x="125936" y="14529"/>
                    </a:cubicBezTo>
                    <a:cubicBezTo>
                      <a:pt x="120340" y="27727"/>
                      <a:pt x="69385" y="144673"/>
                      <a:pt x="14838" y="169899"/>
                    </a:cubicBezTo>
                    <a:cubicBezTo>
                      <a:pt x="13418" y="170567"/>
                      <a:pt x="11915" y="170902"/>
                      <a:pt x="10495" y="1709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29"/>
              <p:cNvSpPr/>
              <p:nvPr/>
            </p:nvSpPr>
            <p:spPr>
              <a:xfrm>
                <a:off x="7308426" y="6627879"/>
                <a:ext cx="129592" cy="83688"/>
              </a:xfrm>
              <a:custGeom>
                <a:avLst/>
                <a:gdLst/>
                <a:ahLst/>
                <a:cxnLst/>
                <a:rect l="l" t="t" r="r" b="b"/>
                <a:pathLst>
                  <a:path w="129592" h="83688" extrusionOk="0">
                    <a:moveTo>
                      <a:pt x="10570" y="83688"/>
                    </a:moveTo>
                    <a:cubicBezTo>
                      <a:pt x="5391" y="83688"/>
                      <a:pt x="880" y="79846"/>
                      <a:pt x="212" y="74500"/>
                    </a:cubicBezTo>
                    <a:cubicBezTo>
                      <a:pt x="-1876" y="57292"/>
                      <a:pt x="11489" y="40252"/>
                      <a:pt x="38887" y="25132"/>
                    </a:cubicBezTo>
                    <a:cubicBezTo>
                      <a:pt x="61358" y="12769"/>
                      <a:pt x="90844" y="3414"/>
                      <a:pt x="117909" y="73"/>
                    </a:cubicBezTo>
                    <a:cubicBezTo>
                      <a:pt x="123589" y="-596"/>
                      <a:pt x="128852" y="3414"/>
                      <a:pt x="129520" y="9177"/>
                    </a:cubicBezTo>
                    <a:cubicBezTo>
                      <a:pt x="130188" y="14858"/>
                      <a:pt x="126179" y="20120"/>
                      <a:pt x="120415" y="20789"/>
                    </a:cubicBezTo>
                    <a:cubicBezTo>
                      <a:pt x="95856" y="23796"/>
                      <a:pt x="69126" y="32232"/>
                      <a:pt x="48911" y="43426"/>
                    </a:cubicBezTo>
                    <a:cubicBezTo>
                      <a:pt x="27110" y="55455"/>
                      <a:pt x="20176" y="66230"/>
                      <a:pt x="20845" y="71910"/>
                    </a:cubicBezTo>
                    <a:cubicBezTo>
                      <a:pt x="21513" y="77674"/>
                      <a:pt x="17503" y="82853"/>
                      <a:pt x="11739" y="83521"/>
                    </a:cubicBezTo>
                    <a:cubicBezTo>
                      <a:pt x="11322" y="83521"/>
                      <a:pt x="10904" y="83521"/>
                      <a:pt x="10403" y="835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29"/>
              <p:cNvSpPr/>
              <p:nvPr/>
            </p:nvSpPr>
            <p:spPr>
              <a:xfrm>
                <a:off x="5951276" y="5895725"/>
                <a:ext cx="452228" cy="306695"/>
              </a:xfrm>
              <a:custGeom>
                <a:avLst/>
                <a:gdLst/>
                <a:ahLst/>
                <a:cxnLst/>
                <a:rect l="l" t="t" r="r" b="b"/>
                <a:pathLst>
                  <a:path w="452228" h="306695" extrusionOk="0">
                    <a:moveTo>
                      <a:pt x="281633" y="3993"/>
                    </a:moveTo>
                    <a:cubicBezTo>
                      <a:pt x="242206" y="-4945"/>
                      <a:pt x="215643" y="3073"/>
                      <a:pt x="166108" y="9088"/>
                    </a:cubicBezTo>
                    <a:cubicBezTo>
                      <a:pt x="86585" y="18694"/>
                      <a:pt x="-31195" y="109327"/>
                      <a:pt x="7647" y="139649"/>
                    </a:cubicBezTo>
                    <a:cubicBezTo>
                      <a:pt x="46490" y="170054"/>
                      <a:pt x="197266" y="119434"/>
                      <a:pt x="214557" y="136976"/>
                    </a:cubicBezTo>
                    <a:cubicBezTo>
                      <a:pt x="247385" y="170389"/>
                      <a:pt x="277123" y="198288"/>
                      <a:pt x="313710" y="204721"/>
                    </a:cubicBezTo>
                    <a:cubicBezTo>
                      <a:pt x="343531" y="209983"/>
                      <a:pt x="376526" y="296522"/>
                      <a:pt x="376526" y="296522"/>
                    </a:cubicBezTo>
                    <a:cubicBezTo>
                      <a:pt x="376526" y="296522"/>
                      <a:pt x="443352" y="320747"/>
                      <a:pt x="449366" y="294434"/>
                    </a:cubicBezTo>
                    <a:cubicBezTo>
                      <a:pt x="450452" y="289506"/>
                      <a:pt x="451287" y="281236"/>
                      <a:pt x="451872" y="270962"/>
                    </a:cubicBezTo>
                    <a:cubicBezTo>
                      <a:pt x="456550" y="186343"/>
                      <a:pt x="414366" y="95210"/>
                      <a:pt x="372182" y="21702"/>
                    </a:cubicBezTo>
                    <a:cubicBezTo>
                      <a:pt x="372182" y="21702"/>
                      <a:pt x="370762" y="24291"/>
                      <a:pt x="281633" y="399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29"/>
              <p:cNvSpPr/>
              <p:nvPr/>
            </p:nvSpPr>
            <p:spPr>
              <a:xfrm>
                <a:off x="5951192" y="5895641"/>
                <a:ext cx="452089" cy="268121"/>
              </a:xfrm>
              <a:custGeom>
                <a:avLst/>
                <a:gdLst/>
                <a:ahLst/>
                <a:cxnLst/>
                <a:rect l="l" t="t" r="r" b="b"/>
                <a:pathLst>
                  <a:path w="452089" h="268121" extrusionOk="0">
                    <a:moveTo>
                      <a:pt x="7647" y="139733"/>
                    </a:moveTo>
                    <a:cubicBezTo>
                      <a:pt x="7647" y="139733"/>
                      <a:pt x="7982" y="139983"/>
                      <a:pt x="8149" y="140067"/>
                    </a:cubicBezTo>
                    <a:cubicBezTo>
                      <a:pt x="31621" y="101725"/>
                      <a:pt x="109473" y="52024"/>
                      <a:pt x="167194" y="45090"/>
                    </a:cubicBezTo>
                    <a:cubicBezTo>
                      <a:pt x="216729" y="39159"/>
                      <a:pt x="243292" y="31057"/>
                      <a:pt x="282719" y="39995"/>
                    </a:cubicBezTo>
                    <a:cubicBezTo>
                      <a:pt x="371765" y="60293"/>
                      <a:pt x="373268" y="57704"/>
                      <a:pt x="373268" y="57704"/>
                    </a:cubicBezTo>
                    <a:cubicBezTo>
                      <a:pt x="409104" y="120102"/>
                      <a:pt x="444772" y="195115"/>
                      <a:pt x="451872" y="268122"/>
                    </a:cubicBezTo>
                    <a:cubicBezTo>
                      <a:pt x="455464" y="184255"/>
                      <a:pt x="413865" y="94458"/>
                      <a:pt x="372182" y="21702"/>
                    </a:cubicBezTo>
                    <a:cubicBezTo>
                      <a:pt x="372182" y="21702"/>
                      <a:pt x="370762" y="24291"/>
                      <a:pt x="281633" y="3993"/>
                    </a:cubicBezTo>
                    <a:cubicBezTo>
                      <a:pt x="242206" y="-4945"/>
                      <a:pt x="215643" y="3073"/>
                      <a:pt x="166108" y="9088"/>
                    </a:cubicBezTo>
                    <a:cubicBezTo>
                      <a:pt x="86585" y="18694"/>
                      <a:pt x="-31195" y="109327"/>
                      <a:pt x="7647" y="1396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29"/>
              <p:cNvSpPr/>
              <p:nvPr/>
            </p:nvSpPr>
            <p:spPr>
              <a:xfrm>
                <a:off x="5940849" y="5885267"/>
                <a:ext cx="473036" cy="327612"/>
              </a:xfrm>
              <a:custGeom>
                <a:avLst/>
                <a:gdLst/>
                <a:ahLst/>
                <a:cxnLst/>
                <a:rect l="l" t="t" r="r" b="b"/>
                <a:pathLst>
                  <a:path w="473036" h="327612" extrusionOk="0">
                    <a:moveTo>
                      <a:pt x="435903" y="327613"/>
                    </a:moveTo>
                    <a:cubicBezTo>
                      <a:pt x="414435" y="327613"/>
                      <a:pt x="389543" y="319092"/>
                      <a:pt x="383361" y="316837"/>
                    </a:cubicBezTo>
                    <a:cubicBezTo>
                      <a:pt x="380521" y="315834"/>
                      <a:pt x="378266" y="313579"/>
                      <a:pt x="377180" y="310739"/>
                    </a:cubicBezTo>
                    <a:cubicBezTo>
                      <a:pt x="364733" y="278078"/>
                      <a:pt x="338671" y="228376"/>
                      <a:pt x="322299" y="225536"/>
                    </a:cubicBezTo>
                    <a:cubicBezTo>
                      <a:pt x="282872" y="218603"/>
                      <a:pt x="251547" y="189366"/>
                      <a:pt x="217550" y="154784"/>
                    </a:cubicBezTo>
                    <a:cubicBezTo>
                      <a:pt x="211285" y="151526"/>
                      <a:pt x="176118" y="156956"/>
                      <a:pt x="150473" y="160966"/>
                    </a:cubicBezTo>
                    <a:cubicBezTo>
                      <a:pt x="97514" y="169235"/>
                      <a:pt x="37370" y="178507"/>
                      <a:pt x="11643" y="158376"/>
                    </a:cubicBezTo>
                    <a:cubicBezTo>
                      <a:pt x="1284" y="150273"/>
                      <a:pt x="-2307" y="138245"/>
                      <a:pt x="1452" y="124629"/>
                    </a:cubicBezTo>
                    <a:cubicBezTo>
                      <a:pt x="13981" y="79856"/>
                      <a:pt x="108206" y="17290"/>
                      <a:pt x="175282" y="9188"/>
                    </a:cubicBezTo>
                    <a:cubicBezTo>
                      <a:pt x="186225" y="7851"/>
                      <a:pt x="196082" y="6431"/>
                      <a:pt x="205187" y="5094"/>
                    </a:cubicBezTo>
                    <a:cubicBezTo>
                      <a:pt x="238098" y="333"/>
                      <a:pt x="261822" y="-3092"/>
                      <a:pt x="294399" y="4259"/>
                    </a:cubicBezTo>
                    <a:lnTo>
                      <a:pt x="294399" y="4259"/>
                    </a:lnTo>
                    <a:cubicBezTo>
                      <a:pt x="363314" y="19963"/>
                      <a:pt x="378516" y="21634"/>
                      <a:pt x="381273" y="21801"/>
                    </a:cubicBezTo>
                    <a:cubicBezTo>
                      <a:pt x="381690" y="21801"/>
                      <a:pt x="382275" y="21801"/>
                      <a:pt x="382609" y="21717"/>
                    </a:cubicBezTo>
                    <a:cubicBezTo>
                      <a:pt x="386368" y="21717"/>
                      <a:pt x="389793" y="23722"/>
                      <a:pt x="391631" y="26980"/>
                    </a:cubicBezTo>
                    <a:cubicBezTo>
                      <a:pt x="428886" y="91884"/>
                      <a:pt x="477836" y="188949"/>
                      <a:pt x="472657" y="282004"/>
                    </a:cubicBezTo>
                    <a:cubicBezTo>
                      <a:pt x="471989" y="293699"/>
                      <a:pt x="471070" y="301968"/>
                      <a:pt x="469901" y="307231"/>
                    </a:cubicBezTo>
                    <a:cubicBezTo>
                      <a:pt x="468313" y="314164"/>
                      <a:pt x="464053" y="319677"/>
                      <a:pt x="457705" y="323102"/>
                    </a:cubicBezTo>
                    <a:cubicBezTo>
                      <a:pt x="451774" y="326359"/>
                      <a:pt x="444089" y="327613"/>
                      <a:pt x="435903" y="327613"/>
                    </a:cubicBezTo>
                    <a:close/>
                    <a:moveTo>
                      <a:pt x="394805" y="298710"/>
                    </a:moveTo>
                    <a:cubicBezTo>
                      <a:pt x="412681" y="304558"/>
                      <a:pt x="438493" y="309820"/>
                      <a:pt x="447681" y="304725"/>
                    </a:cubicBezTo>
                    <a:cubicBezTo>
                      <a:pt x="449101" y="303973"/>
                      <a:pt x="449352" y="303304"/>
                      <a:pt x="449519" y="302469"/>
                    </a:cubicBezTo>
                    <a:cubicBezTo>
                      <a:pt x="450187" y="299713"/>
                      <a:pt x="451106" y="293699"/>
                      <a:pt x="451774" y="280751"/>
                    </a:cubicBezTo>
                    <a:cubicBezTo>
                      <a:pt x="456452" y="195465"/>
                      <a:pt x="411762" y="104665"/>
                      <a:pt x="376261" y="42099"/>
                    </a:cubicBezTo>
                    <a:cubicBezTo>
                      <a:pt x="363647" y="40930"/>
                      <a:pt x="339340" y="35834"/>
                      <a:pt x="289638" y="24474"/>
                    </a:cubicBezTo>
                    <a:cubicBezTo>
                      <a:pt x="260903" y="17958"/>
                      <a:pt x="239936" y="20965"/>
                      <a:pt x="208110" y="25560"/>
                    </a:cubicBezTo>
                    <a:cubicBezTo>
                      <a:pt x="198838" y="26896"/>
                      <a:pt x="188814" y="28316"/>
                      <a:pt x="177705" y="29736"/>
                    </a:cubicBezTo>
                    <a:cubicBezTo>
                      <a:pt x="116225" y="37171"/>
                      <a:pt x="30855" y="96729"/>
                      <a:pt x="21499" y="130059"/>
                    </a:cubicBezTo>
                    <a:cubicBezTo>
                      <a:pt x="19578" y="136825"/>
                      <a:pt x="21750" y="139749"/>
                      <a:pt x="24423" y="141753"/>
                    </a:cubicBezTo>
                    <a:cubicBezTo>
                      <a:pt x="43051" y="156371"/>
                      <a:pt x="103278" y="147016"/>
                      <a:pt x="147215" y="140166"/>
                    </a:cubicBezTo>
                    <a:cubicBezTo>
                      <a:pt x="197168" y="132398"/>
                      <a:pt x="221726" y="129140"/>
                      <a:pt x="232335" y="139999"/>
                    </a:cubicBezTo>
                    <a:cubicBezTo>
                      <a:pt x="264913" y="173078"/>
                      <a:pt x="292478" y="198889"/>
                      <a:pt x="325807" y="204736"/>
                    </a:cubicBezTo>
                    <a:cubicBezTo>
                      <a:pt x="357132" y="210249"/>
                      <a:pt x="385951" y="276324"/>
                      <a:pt x="394805" y="298543"/>
                    </a:cubicBezTo>
                    <a:close/>
                    <a:moveTo>
                      <a:pt x="373421" y="26980"/>
                    </a:moveTo>
                    <a:lnTo>
                      <a:pt x="373421" y="26980"/>
                    </a:lnTo>
                    <a:cubicBezTo>
                      <a:pt x="373421" y="26980"/>
                      <a:pt x="373421" y="26980"/>
                      <a:pt x="373421" y="26980"/>
                    </a:cubicBezTo>
                    <a:close/>
                    <a:moveTo>
                      <a:pt x="373421" y="26980"/>
                    </a:moveTo>
                    <a:cubicBezTo>
                      <a:pt x="373421" y="26980"/>
                      <a:pt x="373421" y="26980"/>
                      <a:pt x="373421" y="26980"/>
                    </a:cubicBezTo>
                    <a:cubicBezTo>
                      <a:pt x="373421" y="26980"/>
                      <a:pt x="373421" y="26980"/>
                      <a:pt x="373421" y="26980"/>
                    </a:cubicBezTo>
                    <a:close/>
                    <a:moveTo>
                      <a:pt x="373421" y="26980"/>
                    </a:moveTo>
                    <a:cubicBezTo>
                      <a:pt x="373421" y="26980"/>
                      <a:pt x="373421" y="26980"/>
                      <a:pt x="373421" y="26980"/>
                    </a:cubicBezTo>
                    <a:cubicBezTo>
                      <a:pt x="373421" y="26980"/>
                      <a:pt x="373421" y="26980"/>
                      <a:pt x="373421" y="26980"/>
                    </a:cubicBezTo>
                    <a:close/>
                    <a:moveTo>
                      <a:pt x="374340" y="25643"/>
                    </a:moveTo>
                    <a:cubicBezTo>
                      <a:pt x="374340" y="25643"/>
                      <a:pt x="373755" y="26478"/>
                      <a:pt x="373421" y="26980"/>
                    </a:cubicBezTo>
                    <a:cubicBezTo>
                      <a:pt x="373671" y="26478"/>
                      <a:pt x="374006" y="26061"/>
                      <a:pt x="374340" y="25643"/>
                    </a:cubicBezTo>
                    <a:close/>
                    <a:moveTo>
                      <a:pt x="374340" y="25643"/>
                    </a:moveTo>
                    <a:cubicBezTo>
                      <a:pt x="374340" y="25643"/>
                      <a:pt x="374340" y="25643"/>
                      <a:pt x="374340" y="25643"/>
                    </a:cubicBezTo>
                    <a:cubicBezTo>
                      <a:pt x="374340" y="25643"/>
                      <a:pt x="374340" y="25643"/>
                      <a:pt x="374340" y="25643"/>
                    </a:cubicBezTo>
                    <a:close/>
                    <a:moveTo>
                      <a:pt x="381607" y="21801"/>
                    </a:moveTo>
                    <a:lnTo>
                      <a:pt x="381690" y="21801"/>
                    </a:lnTo>
                    <a:lnTo>
                      <a:pt x="381607" y="218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29"/>
              <p:cNvSpPr/>
              <p:nvPr/>
            </p:nvSpPr>
            <p:spPr>
              <a:xfrm>
                <a:off x="5973451" y="5931455"/>
                <a:ext cx="78756" cy="117951"/>
              </a:xfrm>
              <a:custGeom>
                <a:avLst/>
                <a:gdLst/>
                <a:ahLst/>
                <a:cxnLst/>
                <a:rect l="l" t="t" r="r" b="b"/>
                <a:pathLst>
                  <a:path w="78756" h="117951" extrusionOk="0">
                    <a:moveTo>
                      <a:pt x="10448" y="117952"/>
                    </a:moveTo>
                    <a:cubicBezTo>
                      <a:pt x="6355" y="117952"/>
                      <a:pt x="2513" y="115613"/>
                      <a:pt x="842" y="111603"/>
                    </a:cubicBezTo>
                    <a:cubicBezTo>
                      <a:pt x="-1413" y="106341"/>
                      <a:pt x="1009" y="100160"/>
                      <a:pt x="6355" y="97904"/>
                    </a:cubicBezTo>
                    <a:cubicBezTo>
                      <a:pt x="34338" y="85875"/>
                      <a:pt x="51129" y="70923"/>
                      <a:pt x="56224" y="53465"/>
                    </a:cubicBezTo>
                    <a:cubicBezTo>
                      <a:pt x="61988" y="33751"/>
                      <a:pt x="50627" y="16460"/>
                      <a:pt x="50460" y="16293"/>
                    </a:cubicBezTo>
                    <a:cubicBezTo>
                      <a:pt x="47286" y="11532"/>
                      <a:pt x="48455" y="5016"/>
                      <a:pt x="53217" y="1842"/>
                    </a:cubicBezTo>
                    <a:cubicBezTo>
                      <a:pt x="57978" y="-1416"/>
                      <a:pt x="64410" y="-246"/>
                      <a:pt x="67668" y="4515"/>
                    </a:cubicBezTo>
                    <a:cubicBezTo>
                      <a:pt x="68336" y="5517"/>
                      <a:pt x="84792" y="29742"/>
                      <a:pt x="76355" y="59062"/>
                    </a:cubicBezTo>
                    <a:cubicBezTo>
                      <a:pt x="69505" y="82952"/>
                      <a:pt x="48706" y="102415"/>
                      <a:pt x="14541" y="117116"/>
                    </a:cubicBezTo>
                    <a:cubicBezTo>
                      <a:pt x="13205" y="117701"/>
                      <a:pt x="11785" y="117952"/>
                      <a:pt x="10448" y="11795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29"/>
              <p:cNvSpPr/>
              <p:nvPr/>
            </p:nvSpPr>
            <p:spPr>
              <a:xfrm>
                <a:off x="7452965" y="5707276"/>
                <a:ext cx="103747" cy="109994"/>
              </a:xfrm>
              <a:custGeom>
                <a:avLst/>
                <a:gdLst/>
                <a:ahLst/>
                <a:cxnLst/>
                <a:rect l="l" t="t" r="r" b="b"/>
                <a:pathLst>
                  <a:path w="103747" h="109994" extrusionOk="0">
                    <a:moveTo>
                      <a:pt x="10459" y="109995"/>
                    </a:moveTo>
                    <a:cubicBezTo>
                      <a:pt x="9122" y="109995"/>
                      <a:pt x="7785" y="109745"/>
                      <a:pt x="6532" y="109243"/>
                    </a:cubicBezTo>
                    <a:cubicBezTo>
                      <a:pt x="1186" y="107072"/>
                      <a:pt x="-1403" y="100974"/>
                      <a:pt x="769" y="95628"/>
                    </a:cubicBezTo>
                    <a:cubicBezTo>
                      <a:pt x="7117" y="79924"/>
                      <a:pt x="38024" y="40663"/>
                      <a:pt x="86890" y="2239"/>
                    </a:cubicBezTo>
                    <a:cubicBezTo>
                      <a:pt x="91401" y="-1353"/>
                      <a:pt x="98000" y="-518"/>
                      <a:pt x="101509" y="3992"/>
                    </a:cubicBezTo>
                    <a:cubicBezTo>
                      <a:pt x="105100" y="8504"/>
                      <a:pt x="104265" y="15102"/>
                      <a:pt x="99755" y="18611"/>
                    </a:cubicBezTo>
                    <a:cubicBezTo>
                      <a:pt x="49050" y="58456"/>
                      <a:pt x="23656" y="94709"/>
                      <a:pt x="20148" y="103396"/>
                    </a:cubicBezTo>
                    <a:cubicBezTo>
                      <a:pt x="18478" y="107489"/>
                      <a:pt x="14552" y="109912"/>
                      <a:pt x="10459" y="1099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29"/>
              <p:cNvSpPr/>
              <p:nvPr/>
            </p:nvSpPr>
            <p:spPr>
              <a:xfrm>
                <a:off x="7447467" y="5669317"/>
                <a:ext cx="65007" cy="134255"/>
              </a:xfrm>
              <a:custGeom>
                <a:avLst/>
                <a:gdLst/>
                <a:ahLst/>
                <a:cxnLst/>
                <a:rect l="l" t="t" r="r" b="b"/>
                <a:pathLst>
                  <a:path w="65007" h="134255" extrusionOk="0">
                    <a:moveTo>
                      <a:pt x="10359" y="134255"/>
                    </a:moveTo>
                    <a:lnTo>
                      <a:pt x="10359" y="134255"/>
                    </a:lnTo>
                    <a:cubicBezTo>
                      <a:pt x="4595" y="134255"/>
                      <a:pt x="-83" y="129494"/>
                      <a:pt x="1" y="123730"/>
                    </a:cubicBezTo>
                    <a:cubicBezTo>
                      <a:pt x="84" y="106856"/>
                      <a:pt x="14285" y="58909"/>
                      <a:pt x="45526" y="5198"/>
                    </a:cubicBezTo>
                    <a:cubicBezTo>
                      <a:pt x="48450" y="185"/>
                      <a:pt x="54882" y="-1485"/>
                      <a:pt x="59810" y="1439"/>
                    </a:cubicBezTo>
                    <a:cubicBezTo>
                      <a:pt x="64822" y="4362"/>
                      <a:pt x="66493" y="10711"/>
                      <a:pt x="63569" y="15723"/>
                    </a:cubicBezTo>
                    <a:cubicBezTo>
                      <a:pt x="31158" y="71439"/>
                      <a:pt x="20968" y="114541"/>
                      <a:pt x="20884" y="123897"/>
                    </a:cubicBezTo>
                    <a:cubicBezTo>
                      <a:pt x="20884" y="129660"/>
                      <a:pt x="16206" y="134255"/>
                      <a:pt x="10443" y="1342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29"/>
              <p:cNvSpPr/>
              <p:nvPr/>
            </p:nvSpPr>
            <p:spPr>
              <a:xfrm>
                <a:off x="7124403" y="4446910"/>
                <a:ext cx="601338" cy="551397"/>
              </a:xfrm>
              <a:custGeom>
                <a:avLst/>
                <a:gdLst/>
                <a:ahLst/>
                <a:cxnLst/>
                <a:rect l="l" t="t" r="r" b="b"/>
                <a:pathLst>
                  <a:path w="601338" h="551397" extrusionOk="0">
                    <a:moveTo>
                      <a:pt x="571490" y="299978"/>
                    </a:moveTo>
                    <a:cubicBezTo>
                      <a:pt x="544676" y="251446"/>
                      <a:pt x="491884" y="240586"/>
                      <a:pt x="443602" y="242758"/>
                    </a:cubicBezTo>
                    <a:cubicBezTo>
                      <a:pt x="432158" y="243259"/>
                      <a:pt x="418292" y="245682"/>
                      <a:pt x="403841" y="249023"/>
                    </a:cubicBezTo>
                    <a:cubicBezTo>
                      <a:pt x="352969" y="260885"/>
                      <a:pt x="302516" y="227973"/>
                      <a:pt x="294413" y="176434"/>
                    </a:cubicBezTo>
                    <a:cubicBezTo>
                      <a:pt x="294413" y="176267"/>
                      <a:pt x="294413" y="176016"/>
                      <a:pt x="294330" y="175849"/>
                    </a:cubicBezTo>
                    <a:cubicBezTo>
                      <a:pt x="287564" y="132162"/>
                      <a:pt x="237361" y="110610"/>
                      <a:pt x="200523" y="135086"/>
                    </a:cubicBezTo>
                    <a:cubicBezTo>
                      <a:pt x="199688" y="134501"/>
                      <a:pt x="198769" y="134083"/>
                      <a:pt x="198017" y="133582"/>
                    </a:cubicBezTo>
                    <a:cubicBezTo>
                      <a:pt x="197599" y="133331"/>
                      <a:pt x="197265" y="133080"/>
                      <a:pt x="196764" y="132830"/>
                    </a:cubicBezTo>
                    <a:cubicBezTo>
                      <a:pt x="196346" y="132579"/>
                      <a:pt x="195929" y="132329"/>
                      <a:pt x="195428" y="132162"/>
                    </a:cubicBezTo>
                    <a:cubicBezTo>
                      <a:pt x="193423" y="131076"/>
                      <a:pt x="191334" y="129906"/>
                      <a:pt x="189163" y="128904"/>
                    </a:cubicBezTo>
                    <a:cubicBezTo>
                      <a:pt x="188995" y="128737"/>
                      <a:pt x="188745" y="128570"/>
                      <a:pt x="188494" y="128486"/>
                    </a:cubicBezTo>
                    <a:cubicBezTo>
                      <a:pt x="187993" y="128152"/>
                      <a:pt x="187492" y="127901"/>
                      <a:pt x="186991" y="127651"/>
                    </a:cubicBezTo>
                    <a:cubicBezTo>
                      <a:pt x="186824" y="127651"/>
                      <a:pt x="186657" y="127651"/>
                      <a:pt x="186490" y="127484"/>
                    </a:cubicBezTo>
                    <a:cubicBezTo>
                      <a:pt x="198351" y="113701"/>
                      <a:pt x="201860" y="93486"/>
                      <a:pt x="192086" y="75360"/>
                    </a:cubicBezTo>
                    <a:cubicBezTo>
                      <a:pt x="183900" y="60240"/>
                      <a:pt x="167361" y="50801"/>
                      <a:pt x="150404" y="51302"/>
                    </a:cubicBezTo>
                    <a:cubicBezTo>
                      <a:pt x="149067" y="51302"/>
                      <a:pt x="147814" y="51470"/>
                      <a:pt x="146561" y="51553"/>
                    </a:cubicBezTo>
                    <a:cubicBezTo>
                      <a:pt x="133280" y="52973"/>
                      <a:pt x="121919" y="44035"/>
                      <a:pt x="117158" y="31505"/>
                    </a:cubicBezTo>
                    <a:cubicBezTo>
                      <a:pt x="115153" y="26243"/>
                      <a:pt x="111394" y="22066"/>
                      <a:pt x="107468" y="16887"/>
                    </a:cubicBezTo>
                    <a:cubicBezTo>
                      <a:pt x="84330" y="-13101"/>
                      <a:pt x="25857" y="-4497"/>
                      <a:pt x="7396" y="53558"/>
                    </a:cubicBezTo>
                    <a:cubicBezTo>
                      <a:pt x="-5802" y="94656"/>
                      <a:pt x="-205" y="129739"/>
                      <a:pt x="15248" y="158057"/>
                    </a:cubicBezTo>
                    <a:cubicBezTo>
                      <a:pt x="15248" y="158140"/>
                      <a:pt x="15332" y="158140"/>
                      <a:pt x="15332" y="158224"/>
                    </a:cubicBezTo>
                    <a:cubicBezTo>
                      <a:pt x="21597" y="169835"/>
                      <a:pt x="29616" y="180193"/>
                      <a:pt x="38805" y="189548"/>
                    </a:cubicBezTo>
                    <a:cubicBezTo>
                      <a:pt x="61442" y="212186"/>
                      <a:pt x="90594" y="227389"/>
                      <a:pt x="117074" y="233904"/>
                    </a:cubicBezTo>
                    <a:cubicBezTo>
                      <a:pt x="118160" y="234155"/>
                      <a:pt x="132778" y="241088"/>
                      <a:pt x="144222" y="253617"/>
                    </a:cubicBezTo>
                    <a:lnTo>
                      <a:pt x="138793" y="265062"/>
                    </a:lnTo>
                    <a:cubicBezTo>
                      <a:pt x="138793" y="369394"/>
                      <a:pt x="207289" y="513570"/>
                      <a:pt x="328328" y="471887"/>
                    </a:cubicBezTo>
                    <a:cubicBezTo>
                      <a:pt x="382874" y="453092"/>
                      <a:pt x="415619" y="488511"/>
                      <a:pt x="451370" y="525181"/>
                    </a:cubicBezTo>
                    <a:cubicBezTo>
                      <a:pt x="468912" y="543224"/>
                      <a:pt x="493471" y="552747"/>
                      <a:pt x="518614" y="551243"/>
                    </a:cubicBezTo>
                    <a:lnTo>
                      <a:pt x="518614" y="551243"/>
                    </a:lnTo>
                    <a:cubicBezTo>
                      <a:pt x="561132" y="548653"/>
                      <a:pt x="595631" y="515575"/>
                      <a:pt x="599473" y="473224"/>
                    </a:cubicBezTo>
                    <a:cubicBezTo>
                      <a:pt x="604067" y="422854"/>
                      <a:pt x="602063" y="355443"/>
                      <a:pt x="571490" y="3000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29"/>
              <p:cNvSpPr/>
              <p:nvPr/>
            </p:nvSpPr>
            <p:spPr>
              <a:xfrm>
                <a:off x="7114011" y="4436336"/>
                <a:ext cx="622187" cy="572342"/>
              </a:xfrm>
              <a:custGeom>
                <a:avLst/>
                <a:gdLst/>
                <a:ahLst/>
                <a:cxnLst/>
                <a:rect l="l" t="t" r="r" b="b"/>
                <a:pathLst>
                  <a:path w="622187" h="572342" extrusionOk="0">
                    <a:moveTo>
                      <a:pt x="523743" y="572342"/>
                    </a:moveTo>
                    <a:cubicBezTo>
                      <a:pt x="497598" y="572342"/>
                      <a:pt x="472538" y="561817"/>
                      <a:pt x="454245" y="542939"/>
                    </a:cubicBezTo>
                    <a:lnTo>
                      <a:pt x="451906" y="540516"/>
                    </a:lnTo>
                    <a:cubicBezTo>
                      <a:pt x="418242" y="505851"/>
                      <a:pt x="389173" y="475946"/>
                      <a:pt x="342144" y="492235"/>
                    </a:cubicBezTo>
                    <a:cubicBezTo>
                      <a:pt x="300712" y="506519"/>
                      <a:pt x="260951" y="501340"/>
                      <a:pt x="227287" y="477282"/>
                    </a:cubicBezTo>
                    <a:cubicBezTo>
                      <a:pt x="166476" y="433929"/>
                      <a:pt x="138743" y="342294"/>
                      <a:pt x="138743" y="275552"/>
                    </a:cubicBezTo>
                    <a:cubicBezTo>
                      <a:pt x="138743" y="273965"/>
                      <a:pt x="139077" y="272462"/>
                      <a:pt x="139746" y="271041"/>
                    </a:cubicBezTo>
                    <a:lnTo>
                      <a:pt x="142001" y="266280"/>
                    </a:lnTo>
                    <a:cubicBezTo>
                      <a:pt x="133982" y="259180"/>
                      <a:pt x="125879" y="255087"/>
                      <a:pt x="124208" y="254335"/>
                    </a:cubicBezTo>
                    <a:cubicBezTo>
                      <a:pt x="94053" y="246733"/>
                      <a:pt x="64065" y="229693"/>
                      <a:pt x="41762" y="207390"/>
                    </a:cubicBezTo>
                    <a:cubicBezTo>
                      <a:pt x="31321" y="196781"/>
                      <a:pt x="22884" y="185421"/>
                      <a:pt x="16452" y="173643"/>
                    </a:cubicBezTo>
                    <a:cubicBezTo>
                      <a:pt x="16452" y="173643"/>
                      <a:pt x="16452" y="173559"/>
                      <a:pt x="16452" y="173475"/>
                    </a:cubicBezTo>
                    <a:lnTo>
                      <a:pt x="16452" y="173475"/>
                    </a:lnTo>
                    <a:cubicBezTo>
                      <a:pt x="-2009" y="139645"/>
                      <a:pt x="-5016" y="100719"/>
                      <a:pt x="7848" y="60790"/>
                    </a:cubicBezTo>
                    <a:cubicBezTo>
                      <a:pt x="18123" y="28380"/>
                      <a:pt x="41428" y="6077"/>
                      <a:pt x="70163" y="982"/>
                    </a:cubicBezTo>
                    <a:cubicBezTo>
                      <a:pt x="92216" y="-2861"/>
                      <a:pt x="113683" y="4740"/>
                      <a:pt x="126130" y="20945"/>
                    </a:cubicBezTo>
                    <a:lnTo>
                      <a:pt x="128302" y="23702"/>
                    </a:lnTo>
                    <a:cubicBezTo>
                      <a:pt x="131643" y="27962"/>
                      <a:pt x="135151" y="32473"/>
                      <a:pt x="137323" y="38153"/>
                    </a:cubicBezTo>
                    <a:cubicBezTo>
                      <a:pt x="140080" y="45504"/>
                      <a:pt x="146762" y="52437"/>
                      <a:pt x="155867" y="51519"/>
                    </a:cubicBezTo>
                    <a:lnTo>
                      <a:pt x="157287" y="51519"/>
                    </a:lnTo>
                    <a:cubicBezTo>
                      <a:pt x="158457" y="51268"/>
                      <a:pt x="159626" y="51184"/>
                      <a:pt x="160796" y="51184"/>
                    </a:cubicBezTo>
                    <a:cubicBezTo>
                      <a:pt x="181428" y="50600"/>
                      <a:pt x="201643" y="62127"/>
                      <a:pt x="211667" y="80671"/>
                    </a:cubicBezTo>
                    <a:cubicBezTo>
                      <a:pt x="220521" y="97044"/>
                      <a:pt x="220772" y="116089"/>
                      <a:pt x="213003" y="132127"/>
                    </a:cubicBezTo>
                    <a:cubicBezTo>
                      <a:pt x="231882" y="122688"/>
                      <a:pt x="254018" y="122103"/>
                      <a:pt x="273731" y="130791"/>
                    </a:cubicBezTo>
                    <a:cubicBezTo>
                      <a:pt x="295951" y="140564"/>
                      <a:pt x="311404" y="160695"/>
                      <a:pt x="315080" y="184502"/>
                    </a:cubicBezTo>
                    <a:cubicBezTo>
                      <a:pt x="318588" y="206722"/>
                      <a:pt x="330450" y="225433"/>
                      <a:pt x="348660" y="237712"/>
                    </a:cubicBezTo>
                    <a:cubicBezTo>
                      <a:pt x="367037" y="250075"/>
                      <a:pt x="390092" y="254335"/>
                      <a:pt x="411894" y="249239"/>
                    </a:cubicBezTo>
                    <a:cubicBezTo>
                      <a:pt x="428517" y="245397"/>
                      <a:pt x="442550" y="243142"/>
                      <a:pt x="453576" y="242640"/>
                    </a:cubicBezTo>
                    <a:cubicBezTo>
                      <a:pt x="519483" y="239800"/>
                      <a:pt x="566929" y="261435"/>
                      <a:pt x="591070" y="305290"/>
                    </a:cubicBezTo>
                    <a:lnTo>
                      <a:pt x="591070" y="305290"/>
                    </a:lnTo>
                    <a:cubicBezTo>
                      <a:pt x="623397" y="363929"/>
                      <a:pt x="624817" y="435099"/>
                      <a:pt x="620307" y="484466"/>
                    </a:cubicBezTo>
                    <a:cubicBezTo>
                      <a:pt x="615963" y="532247"/>
                      <a:pt x="577789" y="569001"/>
                      <a:pt x="529674" y="571925"/>
                    </a:cubicBezTo>
                    <a:cubicBezTo>
                      <a:pt x="527669" y="572008"/>
                      <a:pt x="525748" y="572092"/>
                      <a:pt x="523743" y="572092"/>
                    </a:cubicBezTo>
                    <a:close/>
                    <a:moveTo>
                      <a:pt x="367872" y="466674"/>
                    </a:moveTo>
                    <a:cubicBezTo>
                      <a:pt x="409220" y="466674"/>
                      <a:pt x="438457" y="496745"/>
                      <a:pt x="466858" y="525982"/>
                    </a:cubicBezTo>
                    <a:lnTo>
                      <a:pt x="469197" y="528404"/>
                    </a:lnTo>
                    <a:cubicBezTo>
                      <a:pt x="484650" y="544275"/>
                      <a:pt x="506118" y="552712"/>
                      <a:pt x="528338" y="551292"/>
                    </a:cubicBezTo>
                    <a:cubicBezTo>
                      <a:pt x="565510" y="549037"/>
                      <a:pt x="596082" y="519550"/>
                      <a:pt x="599424" y="482712"/>
                    </a:cubicBezTo>
                    <a:cubicBezTo>
                      <a:pt x="603684" y="436268"/>
                      <a:pt x="602514" y="369526"/>
                      <a:pt x="572693" y="315564"/>
                    </a:cubicBezTo>
                    <a:cubicBezTo>
                      <a:pt x="552311" y="278559"/>
                      <a:pt x="512467" y="261184"/>
                      <a:pt x="454328" y="263690"/>
                    </a:cubicBezTo>
                    <a:cubicBezTo>
                      <a:pt x="444638" y="264108"/>
                      <a:pt x="431858" y="266113"/>
                      <a:pt x="416488" y="269705"/>
                    </a:cubicBezTo>
                    <a:cubicBezTo>
                      <a:pt x="389089" y="276053"/>
                      <a:pt x="360020" y="270791"/>
                      <a:pt x="336798" y="255170"/>
                    </a:cubicBezTo>
                    <a:cubicBezTo>
                      <a:pt x="313743" y="239633"/>
                      <a:pt x="298624" y="215994"/>
                      <a:pt x="294280" y="188511"/>
                    </a:cubicBezTo>
                    <a:cubicBezTo>
                      <a:pt x="294280" y="188428"/>
                      <a:pt x="294197" y="187676"/>
                      <a:pt x="294113" y="187592"/>
                    </a:cubicBezTo>
                    <a:cubicBezTo>
                      <a:pt x="291524" y="170886"/>
                      <a:pt x="280915" y="157103"/>
                      <a:pt x="265044" y="150087"/>
                    </a:cubicBezTo>
                    <a:cubicBezTo>
                      <a:pt x="249089" y="143070"/>
                      <a:pt x="230963" y="144574"/>
                      <a:pt x="216512" y="154263"/>
                    </a:cubicBezTo>
                    <a:cubicBezTo>
                      <a:pt x="212920" y="156602"/>
                      <a:pt x="208242" y="156602"/>
                      <a:pt x="204734" y="154096"/>
                    </a:cubicBezTo>
                    <a:cubicBezTo>
                      <a:pt x="203564" y="153428"/>
                      <a:pt x="202980" y="153094"/>
                      <a:pt x="202478" y="152760"/>
                    </a:cubicBezTo>
                    <a:cubicBezTo>
                      <a:pt x="202311" y="152676"/>
                      <a:pt x="201894" y="152426"/>
                      <a:pt x="201726" y="152258"/>
                    </a:cubicBezTo>
                    <a:lnTo>
                      <a:pt x="201726" y="152258"/>
                    </a:lnTo>
                    <a:cubicBezTo>
                      <a:pt x="201726" y="152258"/>
                      <a:pt x="201894" y="152258"/>
                      <a:pt x="202061" y="152342"/>
                    </a:cubicBezTo>
                    <a:cubicBezTo>
                      <a:pt x="201559" y="152175"/>
                      <a:pt x="201142" y="152008"/>
                      <a:pt x="200724" y="151757"/>
                    </a:cubicBezTo>
                    <a:lnTo>
                      <a:pt x="199805" y="151256"/>
                    </a:lnTo>
                    <a:cubicBezTo>
                      <a:pt x="198301" y="150420"/>
                      <a:pt x="196715" y="149585"/>
                      <a:pt x="195044" y="148833"/>
                    </a:cubicBezTo>
                    <a:cubicBezTo>
                      <a:pt x="194543" y="148583"/>
                      <a:pt x="194042" y="148332"/>
                      <a:pt x="193540" y="147998"/>
                    </a:cubicBezTo>
                    <a:cubicBezTo>
                      <a:pt x="193373" y="147915"/>
                      <a:pt x="193206" y="147831"/>
                      <a:pt x="193039" y="147664"/>
                    </a:cubicBezTo>
                    <a:cubicBezTo>
                      <a:pt x="192705" y="147581"/>
                      <a:pt x="192454" y="147413"/>
                      <a:pt x="192204" y="147330"/>
                    </a:cubicBezTo>
                    <a:cubicBezTo>
                      <a:pt x="189280" y="145910"/>
                      <a:pt x="187108" y="143237"/>
                      <a:pt x="186440" y="140063"/>
                    </a:cubicBezTo>
                    <a:cubicBezTo>
                      <a:pt x="185772" y="136888"/>
                      <a:pt x="186607" y="133547"/>
                      <a:pt x="188779" y="131125"/>
                    </a:cubicBezTo>
                    <a:cubicBezTo>
                      <a:pt x="198636" y="119597"/>
                      <a:pt x="200306" y="104144"/>
                      <a:pt x="193123" y="90779"/>
                    </a:cubicBezTo>
                    <a:cubicBezTo>
                      <a:pt x="186941" y="79335"/>
                      <a:pt x="173994" y="71984"/>
                      <a:pt x="160963" y="72234"/>
                    </a:cubicBezTo>
                    <a:cubicBezTo>
                      <a:pt x="160044" y="72234"/>
                      <a:pt x="159543" y="72234"/>
                      <a:pt x="158958" y="72318"/>
                    </a:cubicBezTo>
                    <a:lnTo>
                      <a:pt x="157454" y="72318"/>
                    </a:lnTo>
                    <a:cubicBezTo>
                      <a:pt x="140581" y="74323"/>
                      <a:pt x="124376" y="63547"/>
                      <a:pt x="117610" y="45671"/>
                    </a:cubicBezTo>
                    <a:cubicBezTo>
                      <a:pt x="116524" y="42914"/>
                      <a:pt x="114352" y="40075"/>
                      <a:pt x="111679" y="36650"/>
                    </a:cubicBezTo>
                    <a:lnTo>
                      <a:pt x="109423" y="33726"/>
                    </a:lnTo>
                    <a:cubicBezTo>
                      <a:pt x="101655" y="23619"/>
                      <a:pt x="88206" y="19108"/>
                      <a:pt x="73671" y="21697"/>
                    </a:cubicBezTo>
                    <a:cubicBezTo>
                      <a:pt x="52788" y="25373"/>
                      <a:pt x="35581" y="42413"/>
                      <a:pt x="27645" y="67306"/>
                    </a:cubicBezTo>
                    <a:cubicBezTo>
                      <a:pt x="16452" y="102139"/>
                      <a:pt x="18874" y="134550"/>
                      <a:pt x="34745" y="163619"/>
                    </a:cubicBezTo>
                    <a:cubicBezTo>
                      <a:pt x="34745" y="163619"/>
                      <a:pt x="34745" y="163619"/>
                      <a:pt x="34745" y="163619"/>
                    </a:cubicBezTo>
                    <a:cubicBezTo>
                      <a:pt x="34745" y="163619"/>
                      <a:pt x="34745" y="163702"/>
                      <a:pt x="34829" y="163786"/>
                    </a:cubicBezTo>
                    <a:lnTo>
                      <a:pt x="34829" y="163786"/>
                    </a:lnTo>
                    <a:cubicBezTo>
                      <a:pt x="40342" y="173977"/>
                      <a:pt x="47442" y="183499"/>
                      <a:pt x="56547" y="192771"/>
                    </a:cubicBezTo>
                    <a:cubicBezTo>
                      <a:pt x="76345" y="212569"/>
                      <a:pt x="103075" y="227688"/>
                      <a:pt x="129889" y="234287"/>
                    </a:cubicBezTo>
                    <a:cubicBezTo>
                      <a:pt x="132812" y="234955"/>
                      <a:pt x="149185" y="242807"/>
                      <a:pt x="162299" y="257008"/>
                    </a:cubicBezTo>
                    <a:cubicBezTo>
                      <a:pt x="165223" y="260182"/>
                      <a:pt x="165891" y="264693"/>
                      <a:pt x="164053" y="268535"/>
                    </a:cubicBezTo>
                    <a:lnTo>
                      <a:pt x="159626" y="277891"/>
                    </a:lnTo>
                    <a:cubicBezTo>
                      <a:pt x="160294" y="341125"/>
                      <a:pt x="187693" y="423404"/>
                      <a:pt x="239399" y="460242"/>
                    </a:cubicBezTo>
                    <a:cubicBezTo>
                      <a:pt x="267800" y="480540"/>
                      <a:pt x="300127" y="484633"/>
                      <a:pt x="335378" y="472438"/>
                    </a:cubicBezTo>
                    <a:cubicBezTo>
                      <a:pt x="347073" y="468428"/>
                      <a:pt x="357932" y="466590"/>
                      <a:pt x="367956" y="466590"/>
                    </a:cubicBezTo>
                    <a:close/>
                    <a:moveTo>
                      <a:pt x="202395" y="152592"/>
                    </a:moveTo>
                    <a:cubicBezTo>
                      <a:pt x="202395" y="152592"/>
                      <a:pt x="202395" y="152592"/>
                      <a:pt x="202395" y="152592"/>
                    </a:cubicBezTo>
                    <a:cubicBezTo>
                      <a:pt x="202395" y="152592"/>
                      <a:pt x="202395" y="152592"/>
                      <a:pt x="202395" y="152592"/>
                    </a:cubicBezTo>
                    <a:close/>
                    <a:moveTo>
                      <a:pt x="196798" y="138058"/>
                    </a:moveTo>
                    <a:lnTo>
                      <a:pt x="196798" y="138058"/>
                    </a:lnTo>
                    <a:lnTo>
                      <a:pt x="196798" y="13805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29"/>
              <p:cNvSpPr/>
              <p:nvPr/>
            </p:nvSpPr>
            <p:spPr>
              <a:xfrm>
                <a:off x="7769366" y="4852962"/>
                <a:ext cx="41438" cy="129897"/>
              </a:xfrm>
              <a:custGeom>
                <a:avLst/>
                <a:gdLst/>
                <a:ahLst/>
                <a:cxnLst/>
                <a:rect l="l" t="t" r="r" b="b"/>
                <a:pathLst>
                  <a:path w="41438" h="129897" extrusionOk="0">
                    <a:moveTo>
                      <a:pt x="24929" y="3019"/>
                    </a:moveTo>
                    <a:cubicBezTo>
                      <a:pt x="18330" y="-3914"/>
                      <a:pt x="6134" y="2017"/>
                      <a:pt x="7554" y="11456"/>
                    </a:cubicBezTo>
                    <a:cubicBezTo>
                      <a:pt x="11063" y="34511"/>
                      <a:pt x="14738" y="72268"/>
                      <a:pt x="5382" y="93318"/>
                    </a:cubicBezTo>
                    <a:cubicBezTo>
                      <a:pt x="-8651" y="125144"/>
                      <a:pt x="7554" y="137089"/>
                      <a:pt x="22088" y="125645"/>
                    </a:cubicBezTo>
                    <a:cubicBezTo>
                      <a:pt x="36623" y="114201"/>
                      <a:pt x="47984" y="55060"/>
                      <a:pt x="37125" y="23986"/>
                    </a:cubicBezTo>
                    <a:cubicBezTo>
                      <a:pt x="33783" y="14463"/>
                      <a:pt x="29356" y="7781"/>
                      <a:pt x="24845" y="301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29"/>
              <p:cNvSpPr/>
              <p:nvPr/>
            </p:nvSpPr>
            <p:spPr>
              <a:xfrm>
                <a:off x="7759000" y="4842540"/>
                <a:ext cx="62237" cy="150769"/>
              </a:xfrm>
              <a:custGeom>
                <a:avLst/>
                <a:gdLst/>
                <a:ahLst/>
                <a:cxnLst/>
                <a:rect l="l" t="t" r="r" b="b"/>
                <a:pathLst>
                  <a:path w="62237" h="150769" extrusionOk="0">
                    <a:moveTo>
                      <a:pt x="21762" y="150769"/>
                    </a:moveTo>
                    <a:cubicBezTo>
                      <a:pt x="17168" y="150769"/>
                      <a:pt x="12824" y="149349"/>
                      <a:pt x="9065" y="146509"/>
                    </a:cubicBezTo>
                    <a:cubicBezTo>
                      <a:pt x="4972" y="143335"/>
                      <a:pt x="-7390" y="130554"/>
                      <a:pt x="6225" y="99564"/>
                    </a:cubicBezTo>
                    <a:cubicBezTo>
                      <a:pt x="12323" y="85697"/>
                      <a:pt x="12824" y="57964"/>
                      <a:pt x="7562" y="23466"/>
                    </a:cubicBezTo>
                    <a:cubicBezTo>
                      <a:pt x="6225" y="14695"/>
                      <a:pt x="10819" y="6175"/>
                      <a:pt x="18922" y="2165"/>
                    </a:cubicBezTo>
                    <a:cubicBezTo>
                      <a:pt x="27108" y="-1845"/>
                      <a:pt x="36714" y="-174"/>
                      <a:pt x="42812" y="6258"/>
                    </a:cubicBezTo>
                    <a:cubicBezTo>
                      <a:pt x="48994" y="12774"/>
                      <a:pt x="53839" y="21043"/>
                      <a:pt x="57347" y="30984"/>
                    </a:cubicBezTo>
                    <a:cubicBezTo>
                      <a:pt x="69041" y="64229"/>
                      <a:pt x="58517" y="128800"/>
                      <a:pt x="38970" y="144253"/>
                    </a:cubicBezTo>
                    <a:cubicBezTo>
                      <a:pt x="33540" y="148597"/>
                      <a:pt x="27442" y="150769"/>
                      <a:pt x="21762" y="150769"/>
                    </a:cubicBezTo>
                    <a:close/>
                    <a:moveTo>
                      <a:pt x="28361" y="21378"/>
                    </a:moveTo>
                    <a:cubicBezTo>
                      <a:pt x="32454" y="48275"/>
                      <a:pt x="35294" y="85447"/>
                      <a:pt x="25354" y="107917"/>
                    </a:cubicBezTo>
                    <a:cubicBezTo>
                      <a:pt x="18839" y="122702"/>
                      <a:pt x="21177" y="129301"/>
                      <a:pt x="21846" y="129970"/>
                    </a:cubicBezTo>
                    <a:cubicBezTo>
                      <a:pt x="21929" y="129970"/>
                      <a:pt x="23600" y="129802"/>
                      <a:pt x="26022" y="127881"/>
                    </a:cubicBezTo>
                    <a:cubicBezTo>
                      <a:pt x="35545" y="120363"/>
                      <a:pt x="47741" y="66736"/>
                      <a:pt x="37634" y="37917"/>
                    </a:cubicBezTo>
                    <a:cubicBezTo>
                      <a:pt x="35294" y="31234"/>
                      <a:pt x="32120" y="25637"/>
                      <a:pt x="28361" y="21461"/>
                    </a:cubicBezTo>
                    <a:close/>
                    <a:moveTo>
                      <a:pt x="35211" y="13442"/>
                    </a:moveTo>
                    <a:lnTo>
                      <a:pt x="27610" y="20626"/>
                    </a:lnTo>
                    <a:lnTo>
                      <a:pt x="27610" y="20626"/>
                    </a:lnTo>
                    <a:cubicBezTo>
                      <a:pt x="27610" y="20626"/>
                      <a:pt x="35211" y="13442"/>
                      <a:pt x="35211" y="13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29"/>
              <p:cNvSpPr/>
              <p:nvPr/>
            </p:nvSpPr>
            <p:spPr>
              <a:xfrm>
                <a:off x="7722171" y="5021918"/>
                <a:ext cx="19783" cy="20215"/>
              </a:xfrm>
              <a:custGeom>
                <a:avLst/>
                <a:gdLst/>
                <a:ahLst/>
                <a:cxnLst/>
                <a:rect l="l" t="t" r="r" b="b"/>
                <a:pathLst>
                  <a:path w="19783" h="20215" extrusionOk="0">
                    <a:moveTo>
                      <a:pt x="118" y="9147"/>
                    </a:moveTo>
                    <a:cubicBezTo>
                      <a:pt x="-717" y="14744"/>
                      <a:pt x="2959" y="19672"/>
                      <a:pt x="8388" y="20173"/>
                    </a:cubicBezTo>
                    <a:cubicBezTo>
                      <a:pt x="13818" y="20675"/>
                      <a:pt x="18829" y="16665"/>
                      <a:pt x="19665" y="11069"/>
                    </a:cubicBezTo>
                    <a:cubicBezTo>
                      <a:pt x="20500" y="5472"/>
                      <a:pt x="16825" y="543"/>
                      <a:pt x="11395" y="42"/>
                    </a:cubicBezTo>
                    <a:cubicBezTo>
                      <a:pt x="5966" y="-459"/>
                      <a:pt x="953" y="3550"/>
                      <a:pt x="118" y="914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29"/>
              <p:cNvSpPr/>
              <p:nvPr/>
            </p:nvSpPr>
            <p:spPr>
              <a:xfrm>
                <a:off x="7711749" y="5011419"/>
                <a:ext cx="40626" cy="41197"/>
              </a:xfrm>
              <a:custGeom>
                <a:avLst/>
                <a:gdLst/>
                <a:ahLst/>
                <a:cxnLst/>
                <a:rect l="l" t="t" r="r" b="b"/>
                <a:pathLst>
                  <a:path w="40626" h="41197" extrusionOk="0">
                    <a:moveTo>
                      <a:pt x="19812" y="41197"/>
                    </a:moveTo>
                    <a:cubicBezTo>
                      <a:pt x="19144" y="41197"/>
                      <a:pt x="18476" y="41197"/>
                      <a:pt x="17724" y="41113"/>
                    </a:cubicBezTo>
                    <a:cubicBezTo>
                      <a:pt x="12294" y="40529"/>
                      <a:pt x="7449" y="37939"/>
                      <a:pt x="4191" y="33596"/>
                    </a:cubicBezTo>
                    <a:cubicBezTo>
                      <a:pt x="850" y="29252"/>
                      <a:pt x="-654" y="23572"/>
                      <a:pt x="266" y="18058"/>
                    </a:cubicBezTo>
                    <a:lnTo>
                      <a:pt x="266" y="18058"/>
                    </a:lnTo>
                    <a:cubicBezTo>
                      <a:pt x="1936" y="6949"/>
                      <a:pt x="11876" y="-987"/>
                      <a:pt x="22903" y="99"/>
                    </a:cubicBezTo>
                    <a:cubicBezTo>
                      <a:pt x="28332" y="684"/>
                      <a:pt x="33177" y="3274"/>
                      <a:pt x="36435" y="7617"/>
                    </a:cubicBezTo>
                    <a:cubicBezTo>
                      <a:pt x="39776" y="11961"/>
                      <a:pt x="41280" y="17641"/>
                      <a:pt x="40361" y="23154"/>
                    </a:cubicBezTo>
                    <a:cubicBezTo>
                      <a:pt x="38774" y="33596"/>
                      <a:pt x="29920" y="41197"/>
                      <a:pt x="19728" y="41197"/>
                    </a:cubicBezTo>
                    <a:close/>
                    <a:moveTo>
                      <a:pt x="20814" y="21066"/>
                    </a:moveTo>
                    <a:cubicBezTo>
                      <a:pt x="20814" y="21066"/>
                      <a:pt x="20814" y="21233"/>
                      <a:pt x="20814" y="21233"/>
                    </a:cubicBezTo>
                    <a:cubicBezTo>
                      <a:pt x="20814" y="21233"/>
                      <a:pt x="20814" y="21149"/>
                      <a:pt x="20814" y="21066"/>
                    </a:cubicBezTo>
                    <a:close/>
                    <a:moveTo>
                      <a:pt x="19812" y="20314"/>
                    </a:moveTo>
                    <a:cubicBezTo>
                      <a:pt x="19812" y="20314"/>
                      <a:pt x="20146" y="20899"/>
                      <a:pt x="20731" y="20899"/>
                    </a:cubicBezTo>
                    <a:cubicBezTo>
                      <a:pt x="20564" y="20648"/>
                      <a:pt x="20230" y="20314"/>
                      <a:pt x="19812" y="20314"/>
                    </a:cubicBezTo>
                    <a:close/>
                    <a:moveTo>
                      <a:pt x="10540" y="19646"/>
                    </a:moveTo>
                    <a:lnTo>
                      <a:pt x="10540" y="19646"/>
                    </a:lnTo>
                    <a:lnTo>
                      <a:pt x="10540" y="196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29"/>
              <p:cNvSpPr/>
              <p:nvPr/>
            </p:nvSpPr>
            <p:spPr>
              <a:xfrm>
                <a:off x="7706084" y="6317462"/>
                <a:ext cx="127834" cy="107673"/>
              </a:xfrm>
              <a:custGeom>
                <a:avLst/>
                <a:gdLst/>
                <a:ahLst/>
                <a:cxnLst/>
                <a:rect l="l" t="t" r="r" b="b"/>
                <a:pathLst>
                  <a:path w="127834" h="107673" extrusionOk="0">
                    <a:moveTo>
                      <a:pt x="21468" y="0"/>
                    </a:moveTo>
                    <a:lnTo>
                      <a:pt x="0" y="107673"/>
                    </a:lnTo>
                    <a:cubicBezTo>
                      <a:pt x="0" y="107673"/>
                      <a:pt x="117279" y="90382"/>
                      <a:pt x="127220" y="69249"/>
                    </a:cubicBezTo>
                    <a:cubicBezTo>
                      <a:pt x="137243" y="48115"/>
                      <a:pt x="21468" y="0"/>
                      <a:pt x="214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29"/>
              <p:cNvSpPr/>
              <p:nvPr/>
            </p:nvSpPr>
            <p:spPr>
              <a:xfrm>
                <a:off x="7695607" y="6306936"/>
                <a:ext cx="148838" cy="128640"/>
              </a:xfrm>
              <a:custGeom>
                <a:avLst/>
                <a:gdLst/>
                <a:ahLst/>
                <a:cxnLst/>
                <a:rect l="l" t="t" r="r" b="b"/>
                <a:pathLst>
                  <a:path w="148838" h="128640" extrusionOk="0">
                    <a:moveTo>
                      <a:pt x="10478" y="128641"/>
                    </a:moveTo>
                    <a:cubicBezTo>
                      <a:pt x="7637" y="128641"/>
                      <a:pt x="4881" y="127471"/>
                      <a:pt x="2876" y="125383"/>
                    </a:cubicBezTo>
                    <a:cubicBezTo>
                      <a:pt x="537" y="122961"/>
                      <a:pt x="-465" y="119453"/>
                      <a:pt x="203" y="116111"/>
                    </a:cubicBezTo>
                    <a:lnTo>
                      <a:pt x="21671" y="8438"/>
                    </a:lnTo>
                    <a:cubicBezTo>
                      <a:pt x="22255" y="5347"/>
                      <a:pt x="24261" y="2758"/>
                      <a:pt x="27017" y="1254"/>
                    </a:cubicBezTo>
                    <a:cubicBezTo>
                      <a:pt x="29774" y="-249"/>
                      <a:pt x="33031" y="-417"/>
                      <a:pt x="35955" y="837"/>
                    </a:cubicBezTo>
                    <a:cubicBezTo>
                      <a:pt x="59678" y="10693"/>
                      <a:pt x="137697" y="44691"/>
                      <a:pt x="147471" y="70001"/>
                    </a:cubicBezTo>
                    <a:cubicBezTo>
                      <a:pt x="149893" y="76183"/>
                      <a:pt x="148640" y="81111"/>
                      <a:pt x="147220" y="84202"/>
                    </a:cubicBezTo>
                    <a:cubicBezTo>
                      <a:pt x="136027" y="107841"/>
                      <a:pt x="48986" y="123044"/>
                      <a:pt x="12065" y="128474"/>
                    </a:cubicBezTo>
                    <a:cubicBezTo>
                      <a:pt x="11564" y="128474"/>
                      <a:pt x="11062" y="128557"/>
                      <a:pt x="10561" y="128557"/>
                    </a:cubicBezTo>
                    <a:close/>
                    <a:moveTo>
                      <a:pt x="39630" y="25228"/>
                    </a:moveTo>
                    <a:lnTo>
                      <a:pt x="23592" y="105586"/>
                    </a:lnTo>
                    <a:cubicBezTo>
                      <a:pt x="74296" y="97149"/>
                      <a:pt x="118819" y="84703"/>
                      <a:pt x="127339" y="76350"/>
                    </a:cubicBezTo>
                    <a:cubicBezTo>
                      <a:pt x="121659" y="66576"/>
                      <a:pt x="83234" y="44273"/>
                      <a:pt x="39630" y="252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29"/>
              <p:cNvSpPr/>
              <p:nvPr/>
            </p:nvSpPr>
            <p:spPr>
              <a:xfrm>
                <a:off x="6996812" y="4901507"/>
                <a:ext cx="380581" cy="354761"/>
              </a:xfrm>
              <a:custGeom>
                <a:avLst/>
                <a:gdLst/>
                <a:ahLst/>
                <a:cxnLst/>
                <a:rect l="l" t="t" r="r" b="b"/>
                <a:pathLst>
                  <a:path w="380581" h="354761" extrusionOk="0">
                    <a:moveTo>
                      <a:pt x="0" y="354761"/>
                    </a:moveTo>
                    <a:cubicBezTo>
                      <a:pt x="0" y="354761"/>
                      <a:pt x="64654" y="233807"/>
                      <a:pt x="71921" y="217100"/>
                    </a:cubicBezTo>
                    <a:cubicBezTo>
                      <a:pt x="90858" y="173329"/>
                      <a:pt x="106562" y="144953"/>
                      <a:pt x="119034" y="131981"/>
                    </a:cubicBezTo>
                    <a:cubicBezTo>
                      <a:pt x="137661" y="112518"/>
                      <a:pt x="239988" y="55966"/>
                      <a:pt x="239988" y="55966"/>
                    </a:cubicBezTo>
                    <a:lnTo>
                      <a:pt x="320430" y="0"/>
                    </a:lnTo>
                    <a:cubicBezTo>
                      <a:pt x="320430" y="0"/>
                      <a:pt x="363532" y="31992"/>
                      <a:pt x="379237" y="32995"/>
                    </a:cubicBezTo>
                    <a:cubicBezTo>
                      <a:pt x="394857" y="33997"/>
                      <a:pt x="269893" y="77685"/>
                      <a:pt x="240072" y="170238"/>
                    </a:cubicBezTo>
                    <a:cubicBezTo>
                      <a:pt x="210167" y="262792"/>
                      <a:pt x="192625" y="281671"/>
                      <a:pt x="192625" y="281671"/>
                    </a:cubicBezTo>
                    <a:lnTo>
                      <a:pt x="155454" y="187697"/>
                    </a:lnTo>
                    <a:lnTo>
                      <a:pt x="84" y="35476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29"/>
              <p:cNvSpPr/>
              <p:nvPr/>
            </p:nvSpPr>
            <p:spPr>
              <a:xfrm>
                <a:off x="6986339" y="4891095"/>
                <a:ext cx="401453" cy="375614"/>
              </a:xfrm>
              <a:custGeom>
                <a:avLst/>
                <a:gdLst/>
                <a:ahLst/>
                <a:cxnLst/>
                <a:rect l="l" t="t" r="r" b="b"/>
                <a:pathLst>
                  <a:path w="401453" h="375614" extrusionOk="0">
                    <a:moveTo>
                      <a:pt x="10472" y="375614"/>
                    </a:moveTo>
                    <a:cubicBezTo>
                      <a:pt x="8384" y="375614"/>
                      <a:pt x="6212" y="374946"/>
                      <a:pt x="4374" y="373693"/>
                    </a:cubicBezTo>
                    <a:cubicBezTo>
                      <a:pt x="114" y="370603"/>
                      <a:pt x="-1222" y="364922"/>
                      <a:pt x="1200" y="360244"/>
                    </a:cubicBezTo>
                    <a:cubicBezTo>
                      <a:pt x="23503" y="318562"/>
                      <a:pt x="67191" y="236283"/>
                      <a:pt x="72704" y="223419"/>
                    </a:cubicBezTo>
                    <a:cubicBezTo>
                      <a:pt x="101356" y="157344"/>
                      <a:pt x="101857" y="156091"/>
                      <a:pt x="121821" y="135208"/>
                    </a:cubicBezTo>
                    <a:cubicBezTo>
                      <a:pt x="140783" y="115411"/>
                      <a:pt x="232167" y="64540"/>
                      <a:pt x="244781" y="57523"/>
                    </a:cubicBezTo>
                    <a:lnTo>
                      <a:pt x="324804" y="1891"/>
                    </a:lnTo>
                    <a:cubicBezTo>
                      <a:pt x="328480" y="-699"/>
                      <a:pt x="333408" y="-615"/>
                      <a:pt x="337000" y="2058"/>
                    </a:cubicBezTo>
                    <a:cubicBezTo>
                      <a:pt x="356547" y="16593"/>
                      <a:pt x="382442" y="32547"/>
                      <a:pt x="390210" y="32965"/>
                    </a:cubicBezTo>
                    <a:cubicBezTo>
                      <a:pt x="396809" y="33383"/>
                      <a:pt x="400150" y="37643"/>
                      <a:pt x="401069" y="41569"/>
                    </a:cubicBezTo>
                    <a:cubicBezTo>
                      <a:pt x="403074" y="50340"/>
                      <a:pt x="397310" y="53597"/>
                      <a:pt x="381857" y="62368"/>
                    </a:cubicBezTo>
                    <a:cubicBezTo>
                      <a:pt x="351702" y="79492"/>
                      <a:pt x="281034" y="119671"/>
                      <a:pt x="260318" y="183824"/>
                    </a:cubicBezTo>
                    <a:cubicBezTo>
                      <a:pt x="230580" y="275960"/>
                      <a:pt x="212537" y="297011"/>
                      <a:pt x="210616" y="299182"/>
                    </a:cubicBezTo>
                    <a:cubicBezTo>
                      <a:pt x="208193" y="301772"/>
                      <a:pt x="204518" y="303025"/>
                      <a:pt x="201010" y="302356"/>
                    </a:cubicBezTo>
                    <a:cubicBezTo>
                      <a:pt x="197501" y="301688"/>
                      <a:pt x="194578" y="299266"/>
                      <a:pt x="193241" y="295925"/>
                    </a:cubicBezTo>
                    <a:lnTo>
                      <a:pt x="162167" y="217321"/>
                    </a:lnTo>
                    <a:lnTo>
                      <a:pt x="18074" y="372273"/>
                    </a:lnTo>
                    <a:cubicBezTo>
                      <a:pt x="16069" y="374445"/>
                      <a:pt x="13229" y="375614"/>
                      <a:pt x="10389" y="375614"/>
                    </a:cubicBezTo>
                    <a:close/>
                    <a:moveTo>
                      <a:pt x="330735" y="23275"/>
                    </a:moveTo>
                    <a:lnTo>
                      <a:pt x="256391" y="74982"/>
                    </a:lnTo>
                    <a:cubicBezTo>
                      <a:pt x="256391" y="74982"/>
                      <a:pt x="255807" y="75399"/>
                      <a:pt x="255473" y="75567"/>
                    </a:cubicBezTo>
                    <a:cubicBezTo>
                      <a:pt x="227406" y="91103"/>
                      <a:pt x="151391" y="134624"/>
                      <a:pt x="137024" y="149660"/>
                    </a:cubicBezTo>
                    <a:cubicBezTo>
                      <a:pt x="125438" y="161746"/>
                      <a:pt x="110436" y="189087"/>
                      <a:pt x="92000" y="231688"/>
                    </a:cubicBezTo>
                    <a:cubicBezTo>
                      <a:pt x="88575" y="239624"/>
                      <a:pt x="72871" y="269695"/>
                      <a:pt x="57084" y="299850"/>
                    </a:cubicBezTo>
                    <a:lnTo>
                      <a:pt x="158325" y="191008"/>
                    </a:lnTo>
                    <a:cubicBezTo>
                      <a:pt x="160747" y="188419"/>
                      <a:pt x="164422" y="187166"/>
                      <a:pt x="167931" y="187834"/>
                    </a:cubicBezTo>
                    <a:cubicBezTo>
                      <a:pt x="171439" y="188502"/>
                      <a:pt x="174363" y="190925"/>
                      <a:pt x="175699" y="194266"/>
                    </a:cubicBezTo>
                    <a:lnTo>
                      <a:pt x="205103" y="268693"/>
                    </a:lnTo>
                    <a:cubicBezTo>
                      <a:pt x="212871" y="253490"/>
                      <a:pt x="224983" y="225757"/>
                      <a:pt x="240604" y="177476"/>
                    </a:cubicBezTo>
                    <a:cubicBezTo>
                      <a:pt x="262907" y="108311"/>
                      <a:pt x="333826" y="65876"/>
                      <a:pt x="367907" y="46497"/>
                    </a:cubicBezTo>
                    <a:cubicBezTo>
                      <a:pt x="354626" y="39731"/>
                      <a:pt x="340007" y="29790"/>
                      <a:pt x="330902" y="232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29"/>
              <p:cNvSpPr/>
              <p:nvPr/>
            </p:nvSpPr>
            <p:spPr>
              <a:xfrm>
                <a:off x="7113916" y="5060383"/>
                <a:ext cx="85888" cy="114273"/>
              </a:xfrm>
              <a:custGeom>
                <a:avLst/>
                <a:gdLst/>
                <a:ahLst/>
                <a:cxnLst/>
                <a:rect l="l" t="t" r="r" b="b"/>
                <a:pathLst>
                  <a:path w="85888" h="114273" extrusionOk="0">
                    <a:moveTo>
                      <a:pt x="75438" y="114107"/>
                    </a:moveTo>
                    <a:cubicBezTo>
                      <a:pt x="71762" y="114107"/>
                      <a:pt x="68170" y="112102"/>
                      <a:pt x="66249" y="108677"/>
                    </a:cubicBezTo>
                    <a:cubicBezTo>
                      <a:pt x="65163" y="106589"/>
                      <a:pt x="38851" y="58057"/>
                      <a:pt x="28576" y="32746"/>
                    </a:cubicBezTo>
                    <a:cubicBezTo>
                      <a:pt x="26154" y="26648"/>
                      <a:pt x="23063" y="22723"/>
                      <a:pt x="19722" y="21386"/>
                    </a:cubicBezTo>
                    <a:cubicBezTo>
                      <a:pt x="17049" y="20300"/>
                      <a:pt x="14543" y="21052"/>
                      <a:pt x="14543" y="21052"/>
                    </a:cubicBezTo>
                    <a:cubicBezTo>
                      <a:pt x="9280" y="23307"/>
                      <a:pt x="3099" y="20885"/>
                      <a:pt x="843" y="15622"/>
                    </a:cubicBezTo>
                    <a:cubicBezTo>
                      <a:pt x="-1412" y="10359"/>
                      <a:pt x="1010" y="4178"/>
                      <a:pt x="6273" y="1923"/>
                    </a:cubicBezTo>
                    <a:cubicBezTo>
                      <a:pt x="7275" y="1505"/>
                      <a:pt x="16798" y="-2337"/>
                      <a:pt x="27657" y="2173"/>
                    </a:cubicBezTo>
                    <a:cubicBezTo>
                      <a:pt x="36428" y="5765"/>
                      <a:pt x="43278" y="13534"/>
                      <a:pt x="47956" y="25061"/>
                    </a:cubicBezTo>
                    <a:cubicBezTo>
                      <a:pt x="57729" y="49286"/>
                      <a:pt x="84292" y="98319"/>
                      <a:pt x="84626" y="98820"/>
                    </a:cubicBezTo>
                    <a:cubicBezTo>
                      <a:pt x="87383" y="103916"/>
                      <a:pt x="85462" y="110264"/>
                      <a:pt x="80450" y="113021"/>
                    </a:cubicBezTo>
                    <a:cubicBezTo>
                      <a:pt x="78862" y="113856"/>
                      <a:pt x="77192" y="114274"/>
                      <a:pt x="75438" y="1142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29"/>
              <p:cNvSpPr/>
              <p:nvPr/>
            </p:nvSpPr>
            <p:spPr>
              <a:xfrm>
                <a:off x="6835023" y="5544050"/>
                <a:ext cx="65044" cy="425165"/>
              </a:xfrm>
              <a:custGeom>
                <a:avLst/>
                <a:gdLst/>
                <a:ahLst/>
                <a:cxnLst/>
                <a:rect l="l" t="t" r="r" b="b"/>
                <a:pathLst>
                  <a:path w="65044" h="425165" extrusionOk="0">
                    <a:moveTo>
                      <a:pt x="54533" y="425166"/>
                    </a:moveTo>
                    <a:cubicBezTo>
                      <a:pt x="49271" y="425166"/>
                      <a:pt x="44760" y="421240"/>
                      <a:pt x="44175" y="415894"/>
                    </a:cubicBezTo>
                    <a:lnTo>
                      <a:pt x="70" y="11598"/>
                    </a:lnTo>
                    <a:cubicBezTo>
                      <a:pt x="-598" y="5834"/>
                      <a:pt x="3578" y="738"/>
                      <a:pt x="9342" y="70"/>
                    </a:cubicBezTo>
                    <a:cubicBezTo>
                      <a:pt x="14939" y="-598"/>
                      <a:pt x="20202" y="3578"/>
                      <a:pt x="20870" y="9342"/>
                    </a:cubicBezTo>
                    <a:lnTo>
                      <a:pt x="64975" y="413638"/>
                    </a:lnTo>
                    <a:cubicBezTo>
                      <a:pt x="65643" y="419402"/>
                      <a:pt x="61466" y="424498"/>
                      <a:pt x="55703" y="425166"/>
                    </a:cubicBezTo>
                    <a:cubicBezTo>
                      <a:pt x="55285" y="425166"/>
                      <a:pt x="54951" y="425166"/>
                      <a:pt x="54533" y="42516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9" name="Google Shape;289;p29"/>
            <p:cNvGrpSpPr/>
            <p:nvPr/>
          </p:nvGrpSpPr>
          <p:grpSpPr>
            <a:xfrm>
              <a:off x="6036983" y="843308"/>
              <a:ext cx="715701" cy="650946"/>
              <a:chOff x="7909151" y="139833"/>
              <a:chExt cx="882601" cy="802745"/>
            </a:xfrm>
          </p:grpSpPr>
          <p:sp>
            <p:nvSpPr>
              <p:cNvPr id="290" name="Google Shape;290;p29"/>
              <p:cNvSpPr/>
              <p:nvPr/>
            </p:nvSpPr>
            <p:spPr>
              <a:xfrm>
                <a:off x="7919676" y="150274"/>
                <a:ext cx="861718" cy="781838"/>
              </a:xfrm>
              <a:custGeom>
                <a:avLst/>
                <a:gdLst/>
                <a:ahLst/>
                <a:cxnLst/>
                <a:rect l="l" t="t" r="r" b="b"/>
                <a:pathLst>
                  <a:path w="861718" h="781838" extrusionOk="0">
                    <a:moveTo>
                      <a:pt x="789798" y="0"/>
                    </a:moveTo>
                    <a:lnTo>
                      <a:pt x="71921" y="0"/>
                    </a:lnTo>
                    <a:cubicBezTo>
                      <a:pt x="32243" y="0"/>
                      <a:pt x="0" y="32160"/>
                      <a:pt x="0" y="71921"/>
                    </a:cubicBezTo>
                    <a:lnTo>
                      <a:pt x="0" y="523664"/>
                    </a:lnTo>
                    <a:cubicBezTo>
                      <a:pt x="0" y="563342"/>
                      <a:pt x="32160" y="595585"/>
                      <a:pt x="71921" y="595585"/>
                    </a:cubicBezTo>
                    <a:lnTo>
                      <a:pt x="302721" y="595585"/>
                    </a:lnTo>
                    <a:lnTo>
                      <a:pt x="279081" y="761480"/>
                    </a:lnTo>
                    <a:cubicBezTo>
                      <a:pt x="276909" y="776683"/>
                      <a:pt x="293699" y="787292"/>
                      <a:pt x="306480" y="778855"/>
                    </a:cubicBezTo>
                    <a:lnTo>
                      <a:pt x="585645" y="595585"/>
                    </a:lnTo>
                    <a:lnTo>
                      <a:pt x="789798" y="595585"/>
                    </a:lnTo>
                    <a:cubicBezTo>
                      <a:pt x="829475" y="595585"/>
                      <a:pt x="861719" y="563425"/>
                      <a:pt x="861719" y="523664"/>
                    </a:cubicBezTo>
                    <a:lnTo>
                      <a:pt x="861719" y="71921"/>
                    </a:lnTo>
                    <a:cubicBezTo>
                      <a:pt x="861719" y="32243"/>
                      <a:pt x="829559" y="0"/>
                      <a:pt x="7897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29"/>
              <p:cNvSpPr/>
              <p:nvPr/>
            </p:nvSpPr>
            <p:spPr>
              <a:xfrm>
                <a:off x="7909151" y="139833"/>
                <a:ext cx="882601" cy="802745"/>
              </a:xfrm>
              <a:custGeom>
                <a:avLst/>
                <a:gdLst/>
                <a:ahLst/>
                <a:cxnLst/>
                <a:rect l="l" t="t" r="r" b="b"/>
                <a:pathLst>
                  <a:path w="882601" h="802745" extrusionOk="0">
                    <a:moveTo>
                      <a:pt x="307232" y="802745"/>
                    </a:moveTo>
                    <a:cubicBezTo>
                      <a:pt x="301969" y="802745"/>
                      <a:pt x="296790" y="801242"/>
                      <a:pt x="292029" y="798235"/>
                    </a:cubicBezTo>
                    <a:cubicBezTo>
                      <a:pt x="282506" y="792220"/>
                      <a:pt x="277578" y="781528"/>
                      <a:pt x="279165" y="770418"/>
                    </a:cubicBezTo>
                    <a:lnTo>
                      <a:pt x="301050" y="616468"/>
                    </a:lnTo>
                    <a:lnTo>
                      <a:pt x="82363" y="616468"/>
                    </a:lnTo>
                    <a:cubicBezTo>
                      <a:pt x="36921" y="616468"/>
                      <a:pt x="0" y="579547"/>
                      <a:pt x="0" y="534105"/>
                    </a:cubicBezTo>
                    <a:lnTo>
                      <a:pt x="0" y="82363"/>
                    </a:lnTo>
                    <a:cubicBezTo>
                      <a:pt x="0" y="36921"/>
                      <a:pt x="36921" y="0"/>
                      <a:pt x="82363" y="0"/>
                    </a:cubicBezTo>
                    <a:lnTo>
                      <a:pt x="800239" y="0"/>
                    </a:lnTo>
                    <a:cubicBezTo>
                      <a:pt x="845681" y="0"/>
                      <a:pt x="882602" y="36921"/>
                      <a:pt x="882602" y="82363"/>
                    </a:cubicBezTo>
                    <a:lnTo>
                      <a:pt x="882602" y="534105"/>
                    </a:lnTo>
                    <a:cubicBezTo>
                      <a:pt x="882602" y="579547"/>
                      <a:pt x="845681" y="616468"/>
                      <a:pt x="800239" y="616468"/>
                    </a:cubicBezTo>
                    <a:lnTo>
                      <a:pt x="599177" y="616468"/>
                    </a:lnTo>
                    <a:lnTo>
                      <a:pt x="322685" y="798067"/>
                    </a:lnTo>
                    <a:cubicBezTo>
                      <a:pt x="317924" y="801242"/>
                      <a:pt x="312578" y="802745"/>
                      <a:pt x="307148" y="802745"/>
                    </a:cubicBezTo>
                    <a:close/>
                    <a:moveTo>
                      <a:pt x="82446" y="20883"/>
                    </a:moveTo>
                    <a:cubicBezTo>
                      <a:pt x="48532" y="20883"/>
                      <a:pt x="20967" y="48449"/>
                      <a:pt x="20967" y="82363"/>
                    </a:cubicBezTo>
                    <a:lnTo>
                      <a:pt x="20967" y="534105"/>
                    </a:lnTo>
                    <a:cubicBezTo>
                      <a:pt x="20967" y="568020"/>
                      <a:pt x="48532" y="595585"/>
                      <a:pt x="82446" y="595585"/>
                    </a:cubicBezTo>
                    <a:lnTo>
                      <a:pt x="313162" y="595585"/>
                    </a:lnTo>
                    <a:cubicBezTo>
                      <a:pt x="316169" y="595585"/>
                      <a:pt x="319093" y="596922"/>
                      <a:pt x="321015" y="599177"/>
                    </a:cubicBezTo>
                    <a:cubicBezTo>
                      <a:pt x="323019" y="601432"/>
                      <a:pt x="323855" y="604523"/>
                      <a:pt x="323437" y="607530"/>
                    </a:cubicBezTo>
                    <a:lnTo>
                      <a:pt x="299797" y="773425"/>
                    </a:lnTo>
                    <a:cubicBezTo>
                      <a:pt x="299213" y="777686"/>
                      <a:pt x="301969" y="779941"/>
                      <a:pt x="303138" y="780693"/>
                    </a:cubicBezTo>
                    <a:cubicBezTo>
                      <a:pt x="304392" y="781444"/>
                      <a:pt x="307566" y="783032"/>
                      <a:pt x="311158" y="780693"/>
                    </a:cubicBezTo>
                    <a:lnTo>
                      <a:pt x="590323" y="597423"/>
                    </a:lnTo>
                    <a:cubicBezTo>
                      <a:pt x="591993" y="596337"/>
                      <a:pt x="593998" y="595669"/>
                      <a:pt x="596086" y="595669"/>
                    </a:cubicBezTo>
                    <a:lnTo>
                      <a:pt x="800239" y="595669"/>
                    </a:lnTo>
                    <a:cubicBezTo>
                      <a:pt x="834153" y="595669"/>
                      <a:pt x="861719" y="568103"/>
                      <a:pt x="861719" y="534189"/>
                    </a:cubicBezTo>
                    <a:lnTo>
                      <a:pt x="861719" y="82363"/>
                    </a:lnTo>
                    <a:cubicBezTo>
                      <a:pt x="861719" y="48449"/>
                      <a:pt x="834153" y="20883"/>
                      <a:pt x="800239" y="20883"/>
                    </a:cubicBezTo>
                    <a:lnTo>
                      <a:pt x="82363" y="2088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29"/>
              <p:cNvSpPr/>
              <p:nvPr/>
            </p:nvSpPr>
            <p:spPr>
              <a:xfrm rot="10800000">
                <a:off x="8167767" y="224868"/>
                <a:ext cx="381658" cy="446647"/>
              </a:xfrm>
              <a:custGeom>
                <a:avLst/>
                <a:gdLst/>
                <a:ahLst/>
                <a:cxnLst/>
                <a:rect l="l" t="t" r="r" b="b"/>
                <a:pathLst>
                  <a:path w="381658" h="446647" extrusionOk="0">
                    <a:moveTo>
                      <a:pt x="0" y="0"/>
                    </a:moveTo>
                    <a:lnTo>
                      <a:pt x="381659" y="0"/>
                    </a:lnTo>
                    <a:lnTo>
                      <a:pt x="381659" y="446647"/>
                    </a:lnTo>
                    <a:lnTo>
                      <a:pt x="0" y="44664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29"/>
              <p:cNvSpPr/>
              <p:nvPr/>
            </p:nvSpPr>
            <p:spPr>
              <a:xfrm>
                <a:off x="8157326" y="214510"/>
                <a:ext cx="402542" cy="467530"/>
              </a:xfrm>
              <a:custGeom>
                <a:avLst/>
                <a:gdLst/>
                <a:ahLst/>
                <a:cxnLst/>
                <a:rect l="l" t="t" r="r" b="b"/>
                <a:pathLst>
                  <a:path w="402542" h="467530" extrusionOk="0">
                    <a:moveTo>
                      <a:pt x="392101" y="467447"/>
                    </a:moveTo>
                    <a:lnTo>
                      <a:pt x="10442" y="467447"/>
                    </a:lnTo>
                    <a:cubicBezTo>
                      <a:pt x="4678" y="467447"/>
                      <a:pt x="0" y="462769"/>
                      <a:pt x="0" y="457005"/>
                    </a:cubicBezTo>
                    <a:lnTo>
                      <a:pt x="0" y="10442"/>
                    </a:lnTo>
                    <a:cubicBezTo>
                      <a:pt x="0" y="4678"/>
                      <a:pt x="4678" y="0"/>
                      <a:pt x="10442" y="0"/>
                    </a:cubicBezTo>
                    <a:lnTo>
                      <a:pt x="392101" y="0"/>
                    </a:lnTo>
                    <a:cubicBezTo>
                      <a:pt x="397864" y="0"/>
                      <a:pt x="402542" y="4678"/>
                      <a:pt x="402542" y="10442"/>
                    </a:cubicBezTo>
                    <a:lnTo>
                      <a:pt x="402542" y="457089"/>
                    </a:lnTo>
                    <a:cubicBezTo>
                      <a:pt x="402542" y="462852"/>
                      <a:pt x="397864" y="467530"/>
                      <a:pt x="392101" y="467530"/>
                    </a:cubicBezTo>
                    <a:close/>
                    <a:moveTo>
                      <a:pt x="20883" y="446564"/>
                    </a:moveTo>
                    <a:lnTo>
                      <a:pt x="381659" y="446564"/>
                    </a:lnTo>
                    <a:lnTo>
                      <a:pt x="381659" y="20883"/>
                    </a:lnTo>
                    <a:lnTo>
                      <a:pt x="20883" y="20883"/>
                    </a:lnTo>
                    <a:lnTo>
                      <a:pt x="20883" y="44664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29"/>
              <p:cNvSpPr/>
              <p:nvPr/>
            </p:nvSpPr>
            <p:spPr>
              <a:xfrm>
                <a:off x="8233841" y="317005"/>
                <a:ext cx="249678" cy="20883"/>
              </a:xfrm>
              <a:custGeom>
                <a:avLst/>
                <a:gdLst/>
                <a:ahLst/>
                <a:cxnLst/>
                <a:rect l="l" t="t" r="r" b="b"/>
                <a:pathLst>
                  <a:path w="249678" h="20883" extrusionOk="0">
                    <a:moveTo>
                      <a:pt x="239237" y="20883"/>
                    </a:moveTo>
                    <a:lnTo>
                      <a:pt x="10442" y="20883"/>
                    </a:lnTo>
                    <a:cubicBezTo>
                      <a:pt x="4678" y="20883"/>
                      <a:pt x="0" y="16205"/>
                      <a:pt x="0" y="10442"/>
                    </a:cubicBezTo>
                    <a:cubicBezTo>
                      <a:pt x="0" y="4678"/>
                      <a:pt x="4678" y="0"/>
                      <a:pt x="10442" y="0"/>
                    </a:cubicBezTo>
                    <a:lnTo>
                      <a:pt x="239237" y="0"/>
                    </a:lnTo>
                    <a:cubicBezTo>
                      <a:pt x="245000" y="0"/>
                      <a:pt x="249678" y="4678"/>
                      <a:pt x="249678" y="10442"/>
                    </a:cubicBezTo>
                    <a:cubicBezTo>
                      <a:pt x="249678" y="16205"/>
                      <a:pt x="245000" y="20883"/>
                      <a:pt x="239237" y="208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29"/>
              <p:cNvSpPr/>
              <p:nvPr/>
            </p:nvSpPr>
            <p:spPr>
              <a:xfrm>
                <a:off x="8233841" y="395692"/>
                <a:ext cx="249678" cy="20883"/>
              </a:xfrm>
              <a:custGeom>
                <a:avLst/>
                <a:gdLst/>
                <a:ahLst/>
                <a:cxnLst/>
                <a:rect l="l" t="t" r="r" b="b"/>
                <a:pathLst>
                  <a:path w="249678" h="20883" extrusionOk="0">
                    <a:moveTo>
                      <a:pt x="239237" y="20883"/>
                    </a:moveTo>
                    <a:lnTo>
                      <a:pt x="10442" y="20883"/>
                    </a:lnTo>
                    <a:cubicBezTo>
                      <a:pt x="4678" y="20883"/>
                      <a:pt x="0" y="16205"/>
                      <a:pt x="0" y="10442"/>
                    </a:cubicBezTo>
                    <a:cubicBezTo>
                      <a:pt x="0" y="4678"/>
                      <a:pt x="4678" y="0"/>
                      <a:pt x="10442" y="0"/>
                    </a:cubicBezTo>
                    <a:lnTo>
                      <a:pt x="239237" y="0"/>
                    </a:lnTo>
                    <a:cubicBezTo>
                      <a:pt x="245000" y="0"/>
                      <a:pt x="249678" y="4678"/>
                      <a:pt x="249678" y="10442"/>
                    </a:cubicBezTo>
                    <a:cubicBezTo>
                      <a:pt x="249678" y="16205"/>
                      <a:pt x="245000" y="20883"/>
                      <a:pt x="239237" y="208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29"/>
              <p:cNvSpPr/>
              <p:nvPr/>
            </p:nvSpPr>
            <p:spPr>
              <a:xfrm>
                <a:off x="8233841" y="474379"/>
                <a:ext cx="249678" cy="20883"/>
              </a:xfrm>
              <a:custGeom>
                <a:avLst/>
                <a:gdLst/>
                <a:ahLst/>
                <a:cxnLst/>
                <a:rect l="l" t="t" r="r" b="b"/>
                <a:pathLst>
                  <a:path w="249678" h="20883" extrusionOk="0">
                    <a:moveTo>
                      <a:pt x="239237" y="20883"/>
                    </a:moveTo>
                    <a:lnTo>
                      <a:pt x="10442" y="20883"/>
                    </a:lnTo>
                    <a:cubicBezTo>
                      <a:pt x="4678" y="20883"/>
                      <a:pt x="0" y="16205"/>
                      <a:pt x="0" y="10442"/>
                    </a:cubicBezTo>
                    <a:cubicBezTo>
                      <a:pt x="0" y="4678"/>
                      <a:pt x="4678" y="0"/>
                      <a:pt x="10442" y="0"/>
                    </a:cubicBezTo>
                    <a:lnTo>
                      <a:pt x="239237" y="0"/>
                    </a:lnTo>
                    <a:cubicBezTo>
                      <a:pt x="245000" y="0"/>
                      <a:pt x="249678" y="4678"/>
                      <a:pt x="249678" y="10442"/>
                    </a:cubicBezTo>
                    <a:cubicBezTo>
                      <a:pt x="249678" y="16205"/>
                      <a:pt x="245000" y="20883"/>
                      <a:pt x="239237" y="208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29"/>
              <p:cNvSpPr/>
              <p:nvPr/>
            </p:nvSpPr>
            <p:spPr>
              <a:xfrm>
                <a:off x="8233841" y="553150"/>
                <a:ext cx="249678" cy="20883"/>
              </a:xfrm>
              <a:custGeom>
                <a:avLst/>
                <a:gdLst/>
                <a:ahLst/>
                <a:cxnLst/>
                <a:rect l="l" t="t" r="r" b="b"/>
                <a:pathLst>
                  <a:path w="249678" h="20883" extrusionOk="0">
                    <a:moveTo>
                      <a:pt x="239237" y="20883"/>
                    </a:moveTo>
                    <a:lnTo>
                      <a:pt x="10442" y="20883"/>
                    </a:lnTo>
                    <a:cubicBezTo>
                      <a:pt x="4678" y="20883"/>
                      <a:pt x="0" y="16205"/>
                      <a:pt x="0" y="10442"/>
                    </a:cubicBezTo>
                    <a:cubicBezTo>
                      <a:pt x="0" y="4678"/>
                      <a:pt x="4678" y="0"/>
                      <a:pt x="10442" y="0"/>
                    </a:cubicBezTo>
                    <a:lnTo>
                      <a:pt x="239237" y="0"/>
                    </a:lnTo>
                    <a:cubicBezTo>
                      <a:pt x="245000" y="0"/>
                      <a:pt x="249678" y="4678"/>
                      <a:pt x="249678" y="10442"/>
                    </a:cubicBezTo>
                    <a:cubicBezTo>
                      <a:pt x="249678" y="16205"/>
                      <a:pt x="245000" y="20883"/>
                      <a:pt x="239237" y="208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29"/>
              <p:cNvSpPr/>
              <p:nvPr/>
            </p:nvSpPr>
            <p:spPr>
              <a:xfrm>
                <a:off x="8534891" y="288102"/>
                <a:ext cx="94558" cy="114355"/>
              </a:xfrm>
              <a:custGeom>
                <a:avLst/>
                <a:gdLst/>
                <a:ahLst/>
                <a:cxnLst/>
                <a:rect l="l" t="t" r="r" b="b"/>
                <a:pathLst>
                  <a:path w="94558" h="114355" extrusionOk="0">
                    <a:moveTo>
                      <a:pt x="94559" y="89380"/>
                    </a:moveTo>
                    <a:lnTo>
                      <a:pt x="60979" y="82530"/>
                    </a:lnTo>
                    <a:lnTo>
                      <a:pt x="48282" y="114356"/>
                    </a:lnTo>
                    <a:lnTo>
                      <a:pt x="0" y="25060"/>
                    </a:lnTo>
                    <a:lnTo>
                      <a:pt x="46277" y="0"/>
                    </a:lnTo>
                    <a:lnTo>
                      <a:pt x="94559" y="8938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29"/>
              <p:cNvSpPr/>
              <p:nvPr/>
            </p:nvSpPr>
            <p:spPr>
              <a:xfrm>
                <a:off x="8524441" y="277576"/>
                <a:ext cx="115438" cy="135323"/>
              </a:xfrm>
              <a:custGeom>
                <a:avLst/>
                <a:gdLst/>
                <a:ahLst/>
                <a:cxnLst/>
                <a:rect l="l" t="t" r="r" b="b"/>
                <a:pathLst>
                  <a:path w="115438" h="135323" extrusionOk="0">
                    <a:moveTo>
                      <a:pt x="58733" y="135323"/>
                    </a:moveTo>
                    <a:cubicBezTo>
                      <a:pt x="54890" y="135323"/>
                      <a:pt x="51382" y="133235"/>
                      <a:pt x="49544" y="129810"/>
                    </a:cubicBezTo>
                    <a:lnTo>
                      <a:pt x="1262" y="40431"/>
                    </a:lnTo>
                    <a:cubicBezTo>
                      <a:pt x="-1494" y="35335"/>
                      <a:pt x="427" y="28987"/>
                      <a:pt x="5439" y="26314"/>
                    </a:cubicBezTo>
                    <a:lnTo>
                      <a:pt x="51716" y="1254"/>
                    </a:lnTo>
                    <a:cubicBezTo>
                      <a:pt x="54138" y="-83"/>
                      <a:pt x="56978" y="-333"/>
                      <a:pt x="59651" y="419"/>
                    </a:cubicBezTo>
                    <a:cubicBezTo>
                      <a:pt x="62324" y="1170"/>
                      <a:pt x="64496" y="3008"/>
                      <a:pt x="65833" y="5431"/>
                    </a:cubicBezTo>
                    <a:lnTo>
                      <a:pt x="114198" y="94810"/>
                    </a:lnTo>
                    <a:cubicBezTo>
                      <a:pt x="116119" y="98402"/>
                      <a:pt x="115785" y="102746"/>
                      <a:pt x="113362" y="106003"/>
                    </a:cubicBezTo>
                    <a:cubicBezTo>
                      <a:pt x="110940" y="109261"/>
                      <a:pt x="106847" y="110848"/>
                      <a:pt x="102921" y="110013"/>
                    </a:cubicBezTo>
                    <a:lnTo>
                      <a:pt x="77861" y="104917"/>
                    </a:lnTo>
                    <a:lnTo>
                      <a:pt x="68422" y="128641"/>
                    </a:lnTo>
                    <a:cubicBezTo>
                      <a:pt x="66919" y="132400"/>
                      <a:pt x="63410" y="134989"/>
                      <a:pt x="59317" y="135240"/>
                    </a:cubicBezTo>
                    <a:cubicBezTo>
                      <a:pt x="59150" y="135240"/>
                      <a:pt x="58900" y="135240"/>
                      <a:pt x="58733" y="135240"/>
                    </a:cubicBezTo>
                    <a:close/>
                    <a:moveTo>
                      <a:pt x="24568" y="39762"/>
                    </a:moveTo>
                    <a:lnTo>
                      <a:pt x="57313" y="100323"/>
                    </a:lnTo>
                    <a:lnTo>
                      <a:pt x="61740" y="89213"/>
                    </a:lnTo>
                    <a:cubicBezTo>
                      <a:pt x="63578" y="84536"/>
                      <a:pt x="68506" y="81863"/>
                      <a:pt x="73518" y="82865"/>
                    </a:cubicBezTo>
                    <a:lnTo>
                      <a:pt x="85212" y="85204"/>
                    </a:lnTo>
                    <a:lnTo>
                      <a:pt x="52468" y="24643"/>
                    </a:lnTo>
                    <a:lnTo>
                      <a:pt x="24568" y="3976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29"/>
              <p:cNvSpPr/>
              <p:nvPr/>
            </p:nvSpPr>
            <p:spPr>
              <a:xfrm>
                <a:off x="8466813" y="288102"/>
                <a:ext cx="93639" cy="114355"/>
              </a:xfrm>
              <a:custGeom>
                <a:avLst/>
                <a:gdLst/>
                <a:ahLst/>
                <a:cxnLst/>
                <a:rect l="l" t="t" r="r" b="b"/>
                <a:pathLst>
                  <a:path w="93639" h="114355" extrusionOk="0">
                    <a:moveTo>
                      <a:pt x="0" y="90048"/>
                    </a:moveTo>
                    <a:lnTo>
                      <a:pt x="33497" y="82697"/>
                    </a:lnTo>
                    <a:lnTo>
                      <a:pt x="46611" y="114356"/>
                    </a:lnTo>
                    <a:lnTo>
                      <a:pt x="93640" y="24308"/>
                    </a:lnTo>
                    <a:lnTo>
                      <a:pt x="46945" y="0"/>
                    </a:lnTo>
                    <a:lnTo>
                      <a:pt x="0" y="9004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29"/>
              <p:cNvSpPr/>
              <p:nvPr/>
            </p:nvSpPr>
            <p:spPr>
              <a:xfrm>
                <a:off x="8456400" y="277592"/>
                <a:ext cx="114426" cy="135307"/>
              </a:xfrm>
              <a:custGeom>
                <a:avLst/>
                <a:gdLst/>
                <a:ahLst/>
                <a:cxnLst/>
                <a:rect l="l" t="t" r="r" b="b"/>
                <a:pathLst>
                  <a:path w="114426" h="135307" extrusionOk="0">
                    <a:moveTo>
                      <a:pt x="57024" y="135308"/>
                    </a:moveTo>
                    <a:cubicBezTo>
                      <a:pt x="57024" y="135308"/>
                      <a:pt x="56689" y="135308"/>
                      <a:pt x="56606" y="135308"/>
                    </a:cubicBezTo>
                    <a:cubicBezTo>
                      <a:pt x="52596" y="135141"/>
                      <a:pt x="49005" y="132635"/>
                      <a:pt x="47418" y="128876"/>
                    </a:cubicBezTo>
                    <a:lnTo>
                      <a:pt x="37644" y="105236"/>
                    </a:lnTo>
                    <a:lnTo>
                      <a:pt x="12668" y="110666"/>
                    </a:lnTo>
                    <a:cubicBezTo>
                      <a:pt x="8742" y="111501"/>
                      <a:pt x="4565" y="109998"/>
                      <a:pt x="2143" y="106823"/>
                    </a:cubicBezTo>
                    <a:cubicBezTo>
                      <a:pt x="-280" y="103566"/>
                      <a:pt x="-697" y="99222"/>
                      <a:pt x="1141" y="95630"/>
                    </a:cubicBezTo>
                    <a:lnTo>
                      <a:pt x="48170" y="5582"/>
                    </a:lnTo>
                    <a:cubicBezTo>
                      <a:pt x="49422" y="3160"/>
                      <a:pt x="51678" y="1322"/>
                      <a:pt x="54267" y="487"/>
                    </a:cubicBezTo>
                    <a:cubicBezTo>
                      <a:pt x="56940" y="-349"/>
                      <a:pt x="59780" y="-98"/>
                      <a:pt x="62203" y="1155"/>
                    </a:cubicBezTo>
                    <a:lnTo>
                      <a:pt x="108814" y="25463"/>
                    </a:lnTo>
                    <a:cubicBezTo>
                      <a:pt x="113909" y="28136"/>
                      <a:pt x="115914" y="34401"/>
                      <a:pt x="113241" y="39580"/>
                    </a:cubicBezTo>
                    <a:lnTo>
                      <a:pt x="66212" y="129628"/>
                    </a:lnTo>
                    <a:cubicBezTo>
                      <a:pt x="64375" y="133053"/>
                      <a:pt x="60866" y="135224"/>
                      <a:pt x="56940" y="135224"/>
                    </a:cubicBezTo>
                    <a:close/>
                    <a:moveTo>
                      <a:pt x="43909" y="82766"/>
                    </a:moveTo>
                    <a:cubicBezTo>
                      <a:pt x="48086" y="82766"/>
                      <a:pt x="51928" y="85272"/>
                      <a:pt x="53515" y="89198"/>
                    </a:cubicBezTo>
                    <a:lnTo>
                      <a:pt x="58110" y="100224"/>
                    </a:lnTo>
                    <a:lnTo>
                      <a:pt x="89936" y="39246"/>
                    </a:lnTo>
                    <a:lnTo>
                      <a:pt x="61785" y="24544"/>
                    </a:lnTo>
                    <a:lnTo>
                      <a:pt x="29959" y="85523"/>
                    </a:lnTo>
                    <a:lnTo>
                      <a:pt x="41654" y="83017"/>
                    </a:lnTo>
                    <a:cubicBezTo>
                      <a:pt x="42406" y="82850"/>
                      <a:pt x="43157" y="82766"/>
                      <a:pt x="43909" y="8276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29"/>
              <p:cNvSpPr/>
              <p:nvPr/>
            </p:nvSpPr>
            <p:spPr>
              <a:xfrm>
                <a:off x="8477755" y="199308"/>
                <a:ext cx="128138" cy="128138"/>
              </a:xfrm>
              <a:custGeom>
                <a:avLst/>
                <a:gdLst/>
                <a:ahLst/>
                <a:cxnLst/>
                <a:rect l="l" t="t" r="r" b="b"/>
                <a:pathLst>
                  <a:path w="128138" h="128138" extrusionOk="0">
                    <a:moveTo>
                      <a:pt x="128138" y="64069"/>
                    </a:moveTo>
                    <a:cubicBezTo>
                      <a:pt x="128138" y="99454"/>
                      <a:pt x="99454" y="128139"/>
                      <a:pt x="64069" y="128139"/>
                    </a:cubicBezTo>
                    <a:cubicBezTo>
                      <a:pt x="28685" y="128139"/>
                      <a:pt x="0" y="99454"/>
                      <a:pt x="0" y="64069"/>
                    </a:cubicBezTo>
                    <a:cubicBezTo>
                      <a:pt x="0" y="28685"/>
                      <a:pt x="28685" y="0"/>
                      <a:pt x="64069" y="0"/>
                    </a:cubicBezTo>
                    <a:cubicBezTo>
                      <a:pt x="99454" y="0"/>
                      <a:pt x="128138" y="28685"/>
                      <a:pt x="128138" y="640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29"/>
              <p:cNvSpPr/>
              <p:nvPr/>
            </p:nvSpPr>
            <p:spPr>
              <a:xfrm>
                <a:off x="8467314" y="188866"/>
                <a:ext cx="149021" cy="149021"/>
              </a:xfrm>
              <a:custGeom>
                <a:avLst/>
                <a:gdLst/>
                <a:ahLst/>
                <a:cxnLst/>
                <a:rect l="l" t="t" r="r" b="b"/>
                <a:pathLst>
                  <a:path w="149021" h="149021" extrusionOk="0">
                    <a:moveTo>
                      <a:pt x="74511" y="149022"/>
                    </a:moveTo>
                    <a:cubicBezTo>
                      <a:pt x="33413" y="149022"/>
                      <a:pt x="0" y="115609"/>
                      <a:pt x="0" y="74511"/>
                    </a:cubicBezTo>
                    <a:cubicBezTo>
                      <a:pt x="0" y="33413"/>
                      <a:pt x="33413" y="0"/>
                      <a:pt x="74511" y="0"/>
                    </a:cubicBezTo>
                    <a:cubicBezTo>
                      <a:pt x="115608" y="0"/>
                      <a:pt x="149021" y="33413"/>
                      <a:pt x="149021" y="74511"/>
                    </a:cubicBezTo>
                    <a:cubicBezTo>
                      <a:pt x="149021" y="115609"/>
                      <a:pt x="115608" y="149022"/>
                      <a:pt x="74511" y="149022"/>
                    </a:cubicBezTo>
                    <a:close/>
                    <a:moveTo>
                      <a:pt x="74511" y="20883"/>
                    </a:moveTo>
                    <a:cubicBezTo>
                      <a:pt x="44940" y="20883"/>
                      <a:pt x="20883" y="44940"/>
                      <a:pt x="20883" y="74511"/>
                    </a:cubicBezTo>
                    <a:cubicBezTo>
                      <a:pt x="20883" y="104081"/>
                      <a:pt x="44940" y="128139"/>
                      <a:pt x="74511" y="128139"/>
                    </a:cubicBezTo>
                    <a:cubicBezTo>
                      <a:pt x="104081" y="128139"/>
                      <a:pt x="128138" y="104081"/>
                      <a:pt x="128138" y="74511"/>
                    </a:cubicBezTo>
                    <a:cubicBezTo>
                      <a:pt x="128138" y="44940"/>
                      <a:pt x="104081" y="20883"/>
                      <a:pt x="74511" y="208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4" name="Google Shape;304;p29"/>
            <p:cNvGrpSpPr/>
            <p:nvPr/>
          </p:nvGrpSpPr>
          <p:grpSpPr>
            <a:xfrm>
              <a:off x="3958451" y="835481"/>
              <a:ext cx="732974" cy="666593"/>
              <a:chOff x="5348636" y="129391"/>
              <a:chExt cx="903902" cy="822041"/>
            </a:xfrm>
          </p:grpSpPr>
          <p:sp>
            <p:nvSpPr>
              <p:cNvPr id="305" name="Google Shape;305;p29"/>
              <p:cNvSpPr/>
              <p:nvPr/>
            </p:nvSpPr>
            <p:spPr>
              <a:xfrm>
                <a:off x="5359161" y="139833"/>
                <a:ext cx="883103" cy="801258"/>
              </a:xfrm>
              <a:custGeom>
                <a:avLst/>
                <a:gdLst/>
                <a:ahLst/>
                <a:cxnLst/>
                <a:rect l="l" t="t" r="r" b="b"/>
                <a:pathLst>
                  <a:path w="883103" h="801258" extrusionOk="0">
                    <a:moveTo>
                      <a:pt x="809344" y="0"/>
                    </a:moveTo>
                    <a:lnTo>
                      <a:pt x="73676" y="0"/>
                    </a:lnTo>
                    <a:cubicBezTo>
                      <a:pt x="32995" y="0"/>
                      <a:pt x="0" y="32995"/>
                      <a:pt x="0" y="73675"/>
                    </a:cubicBezTo>
                    <a:lnTo>
                      <a:pt x="0" y="536695"/>
                    </a:lnTo>
                    <a:cubicBezTo>
                      <a:pt x="0" y="577375"/>
                      <a:pt x="32995" y="610370"/>
                      <a:pt x="73676" y="610370"/>
                    </a:cubicBezTo>
                    <a:lnTo>
                      <a:pt x="310156" y="610370"/>
                    </a:lnTo>
                    <a:lnTo>
                      <a:pt x="285931" y="780359"/>
                    </a:lnTo>
                    <a:cubicBezTo>
                      <a:pt x="283676" y="795896"/>
                      <a:pt x="300883" y="806838"/>
                      <a:pt x="314082" y="798235"/>
                    </a:cubicBezTo>
                    <a:lnTo>
                      <a:pt x="600180" y="610370"/>
                    </a:lnTo>
                    <a:lnTo>
                      <a:pt x="809428" y="610370"/>
                    </a:lnTo>
                    <a:cubicBezTo>
                      <a:pt x="850108" y="610370"/>
                      <a:pt x="883103" y="577375"/>
                      <a:pt x="883103" y="536695"/>
                    </a:cubicBezTo>
                    <a:lnTo>
                      <a:pt x="883103" y="73675"/>
                    </a:lnTo>
                    <a:cubicBezTo>
                      <a:pt x="883103" y="32995"/>
                      <a:pt x="850108" y="0"/>
                      <a:pt x="8094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29"/>
              <p:cNvSpPr/>
              <p:nvPr/>
            </p:nvSpPr>
            <p:spPr>
              <a:xfrm>
                <a:off x="5348636" y="129391"/>
                <a:ext cx="903902" cy="822041"/>
              </a:xfrm>
              <a:custGeom>
                <a:avLst/>
                <a:gdLst/>
                <a:ahLst/>
                <a:cxnLst/>
                <a:rect l="l" t="t" r="r" b="b"/>
                <a:pathLst>
                  <a:path w="903902" h="822041" extrusionOk="0">
                    <a:moveTo>
                      <a:pt x="314499" y="822041"/>
                    </a:moveTo>
                    <a:cubicBezTo>
                      <a:pt x="309153" y="822041"/>
                      <a:pt x="303890" y="820538"/>
                      <a:pt x="299129" y="817530"/>
                    </a:cubicBezTo>
                    <a:cubicBezTo>
                      <a:pt x="289439" y="811433"/>
                      <a:pt x="284511" y="800573"/>
                      <a:pt x="286098" y="789213"/>
                    </a:cubicBezTo>
                    <a:lnTo>
                      <a:pt x="308568" y="631170"/>
                    </a:lnTo>
                    <a:lnTo>
                      <a:pt x="84117" y="631170"/>
                    </a:lnTo>
                    <a:cubicBezTo>
                      <a:pt x="37757" y="631170"/>
                      <a:pt x="0" y="593413"/>
                      <a:pt x="0" y="547053"/>
                    </a:cubicBezTo>
                    <a:lnTo>
                      <a:pt x="0" y="84117"/>
                    </a:lnTo>
                    <a:cubicBezTo>
                      <a:pt x="0" y="37757"/>
                      <a:pt x="37757" y="0"/>
                      <a:pt x="84117" y="0"/>
                    </a:cubicBezTo>
                    <a:lnTo>
                      <a:pt x="819786" y="0"/>
                    </a:lnTo>
                    <a:cubicBezTo>
                      <a:pt x="866146" y="0"/>
                      <a:pt x="903903" y="37757"/>
                      <a:pt x="903903" y="84117"/>
                    </a:cubicBezTo>
                    <a:lnTo>
                      <a:pt x="903903" y="547053"/>
                    </a:lnTo>
                    <a:cubicBezTo>
                      <a:pt x="903903" y="593413"/>
                      <a:pt x="866146" y="631170"/>
                      <a:pt x="819786" y="631170"/>
                    </a:cubicBezTo>
                    <a:lnTo>
                      <a:pt x="613712" y="631170"/>
                    </a:lnTo>
                    <a:lnTo>
                      <a:pt x="330287" y="817280"/>
                    </a:lnTo>
                    <a:cubicBezTo>
                      <a:pt x="325442" y="820454"/>
                      <a:pt x="320012" y="822041"/>
                      <a:pt x="314499" y="822041"/>
                    </a:cubicBezTo>
                    <a:close/>
                    <a:moveTo>
                      <a:pt x="84117" y="20800"/>
                    </a:moveTo>
                    <a:cubicBezTo>
                      <a:pt x="49284" y="20800"/>
                      <a:pt x="20883" y="49201"/>
                      <a:pt x="20883" y="84033"/>
                    </a:cubicBezTo>
                    <a:lnTo>
                      <a:pt x="20883" y="546969"/>
                    </a:lnTo>
                    <a:cubicBezTo>
                      <a:pt x="20883" y="581802"/>
                      <a:pt x="49284" y="610203"/>
                      <a:pt x="84117" y="610203"/>
                    </a:cubicBezTo>
                    <a:lnTo>
                      <a:pt x="320597" y="610203"/>
                    </a:lnTo>
                    <a:cubicBezTo>
                      <a:pt x="323604" y="610203"/>
                      <a:pt x="326528" y="611540"/>
                      <a:pt x="328449" y="613795"/>
                    </a:cubicBezTo>
                    <a:cubicBezTo>
                      <a:pt x="330454" y="616051"/>
                      <a:pt x="331289" y="619141"/>
                      <a:pt x="330872" y="622148"/>
                    </a:cubicBezTo>
                    <a:lnTo>
                      <a:pt x="306647" y="792137"/>
                    </a:lnTo>
                    <a:cubicBezTo>
                      <a:pt x="305979" y="796647"/>
                      <a:pt x="308902" y="799070"/>
                      <a:pt x="310239" y="799822"/>
                    </a:cubicBezTo>
                    <a:cubicBezTo>
                      <a:pt x="311492" y="800657"/>
                      <a:pt x="314917" y="802244"/>
                      <a:pt x="318759" y="799822"/>
                    </a:cubicBezTo>
                    <a:lnTo>
                      <a:pt x="604857" y="612041"/>
                    </a:lnTo>
                    <a:cubicBezTo>
                      <a:pt x="606528" y="610955"/>
                      <a:pt x="608533" y="610287"/>
                      <a:pt x="610621" y="610287"/>
                    </a:cubicBezTo>
                    <a:lnTo>
                      <a:pt x="819869" y="610287"/>
                    </a:lnTo>
                    <a:cubicBezTo>
                      <a:pt x="854702" y="610287"/>
                      <a:pt x="883103" y="581886"/>
                      <a:pt x="883103" y="547053"/>
                    </a:cubicBezTo>
                    <a:lnTo>
                      <a:pt x="883103" y="84117"/>
                    </a:lnTo>
                    <a:cubicBezTo>
                      <a:pt x="883103" y="49284"/>
                      <a:pt x="854702" y="20883"/>
                      <a:pt x="819869" y="20883"/>
                    </a:cubicBezTo>
                    <a:lnTo>
                      <a:pt x="84201" y="208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29"/>
              <p:cNvSpPr/>
              <p:nvPr/>
            </p:nvSpPr>
            <p:spPr>
              <a:xfrm>
                <a:off x="5514708" y="300768"/>
                <a:ext cx="591848" cy="266268"/>
              </a:xfrm>
              <a:custGeom>
                <a:avLst/>
                <a:gdLst/>
                <a:ahLst/>
                <a:cxnLst/>
                <a:rect l="l" t="t" r="r" b="b"/>
                <a:pathLst>
                  <a:path w="591848" h="266268" extrusionOk="0">
                    <a:moveTo>
                      <a:pt x="10432" y="266249"/>
                    </a:moveTo>
                    <a:cubicBezTo>
                      <a:pt x="7425" y="266249"/>
                      <a:pt x="4501" y="264996"/>
                      <a:pt x="2413" y="262490"/>
                    </a:cubicBezTo>
                    <a:cubicBezTo>
                      <a:pt x="-1263" y="258063"/>
                      <a:pt x="-678" y="251464"/>
                      <a:pt x="3749" y="247788"/>
                    </a:cubicBezTo>
                    <a:lnTo>
                      <a:pt x="73749" y="189399"/>
                    </a:lnTo>
                    <a:cubicBezTo>
                      <a:pt x="78093" y="185807"/>
                      <a:pt x="84525" y="186308"/>
                      <a:pt x="88284" y="190485"/>
                    </a:cubicBezTo>
                    <a:lnTo>
                      <a:pt x="132890" y="240938"/>
                    </a:lnTo>
                    <a:lnTo>
                      <a:pt x="206649" y="173611"/>
                    </a:lnTo>
                    <a:cubicBezTo>
                      <a:pt x="208821" y="171607"/>
                      <a:pt x="211745" y="170604"/>
                      <a:pt x="214668" y="170938"/>
                    </a:cubicBezTo>
                    <a:cubicBezTo>
                      <a:pt x="217592" y="171189"/>
                      <a:pt x="220265" y="172776"/>
                      <a:pt x="222019" y="175115"/>
                    </a:cubicBezTo>
                    <a:lnTo>
                      <a:pt x="251423" y="214876"/>
                    </a:lnTo>
                    <a:lnTo>
                      <a:pt x="310062" y="157824"/>
                    </a:lnTo>
                    <a:cubicBezTo>
                      <a:pt x="313571" y="154399"/>
                      <a:pt x="318917" y="153898"/>
                      <a:pt x="323010" y="156571"/>
                    </a:cubicBezTo>
                    <a:lnTo>
                      <a:pt x="338714" y="166762"/>
                    </a:lnTo>
                    <a:lnTo>
                      <a:pt x="432354" y="12728"/>
                    </a:lnTo>
                    <a:cubicBezTo>
                      <a:pt x="434191" y="9721"/>
                      <a:pt x="437365" y="7883"/>
                      <a:pt x="440874" y="7716"/>
                    </a:cubicBezTo>
                    <a:cubicBezTo>
                      <a:pt x="444299" y="7633"/>
                      <a:pt x="447724" y="9220"/>
                      <a:pt x="449728" y="12060"/>
                    </a:cubicBezTo>
                    <a:lnTo>
                      <a:pt x="497676" y="78552"/>
                    </a:lnTo>
                    <a:lnTo>
                      <a:pt x="574024" y="3039"/>
                    </a:lnTo>
                    <a:cubicBezTo>
                      <a:pt x="578117" y="-1055"/>
                      <a:pt x="584716" y="-971"/>
                      <a:pt x="588809" y="3039"/>
                    </a:cubicBezTo>
                    <a:cubicBezTo>
                      <a:pt x="592903" y="7132"/>
                      <a:pt x="592819" y="13731"/>
                      <a:pt x="588809" y="17824"/>
                    </a:cubicBezTo>
                    <a:lnTo>
                      <a:pt x="503857" y="101941"/>
                    </a:lnTo>
                    <a:cubicBezTo>
                      <a:pt x="501685" y="104113"/>
                      <a:pt x="498678" y="105199"/>
                      <a:pt x="495671" y="104948"/>
                    </a:cubicBezTo>
                    <a:cubicBezTo>
                      <a:pt x="492664" y="104697"/>
                      <a:pt x="489824" y="103110"/>
                      <a:pt x="488070" y="100688"/>
                    </a:cubicBezTo>
                    <a:lnTo>
                      <a:pt x="442210" y="37036"/>
                    </a:lnTo>
                    <a:lnTo>
                      <a:pt x="351160" y="186810"/>
                    </a:lnTo>
                    <a:cubicBezTo>
                      <a:pt x="349656" y="189232"/>
                      <a:pt x="347318" y="190903"/>
                      <a:pt x="344561" y="191571"/>
                    </a:cubicBezTo>
                    <a:cubicBezTo>
                      <a:pt x="341804" y="192156"/>
                      <a:pt x="338881" y="191654"/>
                      <a:pt x="336542" y="190151"/>
                    </a:cubicBezTo>
                    <a:lnTo>
                      <a:pt x="318750" y="178623"/>
                    </a:lnTo>
                    <a:lnTo>
                      <a:pt x="257520" y="238182"/>
                    </a:lnTo>
                    <a:cubicBezTo>
                      <a:pt x="255349" y="240270"/>
                      <a:pt x="252341" y="241273"/>
                      <a:pt x="249418" y="241106"/>
                    </a:cubicBezTo>
                    <a:cubicBezTo>
                      <a:pt x="246411" y="240855"/>
                      <a:pt x="243654" y="239351"/>
                      <a:pt x="241900" y="236929"/>
                    </a:cubicBezTo>
                    <a:lnTo>
                      <a:pt x="212246" y="196917"/>
                    </a:lnTo>
                    <a:lnTo>
                      <a:pt x="139239" y="263576"/>
                    </a:lnTo>
                    <a:cubicBezTo>
                      <a:pt x="137150" y="265497"/>
                      <a:pt x="134394" y="266416"/>
                      <a:pt x="131637" y="266249"/>
                    </a:cubicBezTo>
                    <a:cubicBezTo>
                      <a:pt x="128881" y="266082"/>
                      <a:pt x="126208" y="264829"/>
                      <a:pt x="124370" y="262740"/>
                    </a:cubicBezTo>
                    <a:lnTo>
                      <a:pt x="79513" y="211953"/>
                    </a:lnTo>
                    <a:lnTo>
                      <a:pt x="17282" y="263826"/>
                    </a:lnTo>
                    <a:cubicBezTo>
                      <a:pt x="15360" y="265413"/>
                      <a:pt x="12938" y="266249"/>
                      <a:pt x="10599" y="2662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29"/>
              <p:cNvSpPr/>
              <p:nvPr/>
            </p:nvSpPr>
            <p:spPr>
              <a:xfrm>
                <a:off x="5514698" y="239570"/>
                <a:ext cx="594415" cy="418663"/>
              </a:xfrm>
              <a:custGeom>
                <a:avLst/>
                <a:gdLst/>
                <a:ahLst/>
                <a:cxnLst/>
                <a:rect l="l" t="t" r="r" b="b"/>
                <a:pathLst>
                  <a:path w="594415" h="418663" extrusionOk="0">
                    <a:moveTo>
                      <a:pt x="583974" y="418664"/>
                    </a:moveTo>
                    <a:lnTo>
                      <a:pt x="10442" y="418664"/>
                    </a:lnTo>
                    <a:cubicBezTo>
                      <a:pt x="4678" y="418664"/>
                      <a:pt x="0" y="413986"/>
                      <a:pt x="0" y="408222"/>
                    </a:cubicBezTo>
                    <a:lnTo>
                      <a:pt x="0" y="10442"/>
                    </a:lnTo>
                    <a:cubicBezTo>
                      <a:pt x="0" y="4678"/>
                      <a:pt x="4678" y="0"/>
                      <a:pt x="10442" y="0"/>
                    </a:cubicBezTo>
                    <a:lnTo>
                      <a:pt x="583974" y="0"/>
                    </a:lnTo>
                    <a:cubicBezTo>
                      <a:pt x="589738" y="0"/>
                      <a:pt x="594416" y="4678"/>
                      <a:pt x="594416" y="10442"/>
                    </a:cubicBezTo>
                    <a:lnTo>
                      <a:pt x="594416" y="408222"/>
                    </a:lnTo>
                    <a:cubicBezTo>
                      <a:pt x="594416" y="413986"/>
                      <a:pt x="589738" y="418664"/>
                      <a:pt x="583974" y="418664"/>
                    </a:cubicBezTo>
                    <a:close/>
                    <a:moveTo>
                      <a:pt x="20883" y="397781"/>
                    </a:moveTo>
                    <a:lnTo>
                      <a:pt x="573533" y="397781"/>
                    </a:lnTo>
                    <a:lnTo>
                      <a:pt x="573533" y="20883"/>
                    </a:lnTo>
                    <a:lnTo>
                      <a:pt x="20883" y="20883"/>
                    </a:lnTo>
                    <a:lnTo>
                      <a:pt x="20883" y="3977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0150" tIns="30050" rIns="60150" bIns="300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8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 sz="1200" b="0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4" name="Google Shape;314;p30"/>
          <p:cNvSpPr txBox="1">
            <a:spLocks noGrp="1"/>
          </p:cNvSpPr>
          <p:nvPr>
            <p:ph type="subTitle" idx="2"/>
          </p:nvPr>
        </p:nvSpPr>
        <p:spPr>
          <a:xfrm>
            <a:off x="1521000" y="2809625"/>
            <a:ext cx="2126100" cy="12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Regional-level data: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unemployment rate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GDP indicators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number of prisons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etc.</a:t>
            </a:r>
            <a:endParaRPr/>
          </a:p>
        </p:txBody>
      </p:sp>
      <p:sp>
        <p:nvSpPr>
          <p:cNvPr id="315" name="Google Shape;315;p30"/>
          <p:cNvSpPr txBox="1">
            <a:spLocks noGrp="1"/>
          </p:cNvSpPr>
          <p:nvPr>
            <p:ph type="subTitle" idx="2"/>
          </p:nvPr>
        </p:nvSpPr>
        <p:spPr>
          <a:xfrm>
            <a:off x="5306450" y="2809625"/>
            <a:ext cx="2851200" cy="14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Sentence-level data: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gender of the victim/ judge</a:t>
            </a:r>
            <a:endParaRPr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sentence length</a:t>
            </a:r>
            <a:endParaRPr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/>
              <a:t>presence of mitigating or aggravating circumstances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etc.</a:t>
            </a:r>
            <a:endParaRPr dirty="0"/>
          </a:p>
        </p:txBody>
      </p:sp>
      <p:sp>
        <p:nvSpPr>
          <p:cNvPr id="316" name="Google Shape;316;p30"/>
          <p:cNvSpPr txBox="1">
            <a:spLocks noGrp="1"/>
          </p:cNvSpPr>
          <p:nvPr>
            <p:ph type="subTitle" idx="2"/>
          </p:nvPr>
        </p:nvSpPr>
        <p:spPr>
          <a:xfrm>
            <a:off x="4281616" y="3150118"/>
            <a:ext cx="390300" cy="5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/>
              <a:t>+</a:t>
            </a:r>
            <a:endParaRPr sz="2800" b="1"/>
          </a:p>
        </p:txBody>
      </p:sp>
      <p:sp>
        <p:nvSpPr>
          <p:cNvPr id="317" name="Google Shape;317;p30"/>
          <p:cNvSpPr txBox="1"/>
          <p:nvPr/>
        </p:nvSpPr>
        <p:spPr>
          <a:xfrm>
            <a:off x="715100" y="1271750"/>
            <a:ext cx="7807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Data management problem:</a:t>
            </a: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vast amount of information for crime analysis is disseminated across various sources, resulting in a lack of centralized data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Social problem: </a:t>
            </a: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workload distribution within the judicial system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Our solution:</a:t>
            </a: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comprehensive database that enables interdisciplinary analysis of criminal activity 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8" name="Google Shape;318;p30"/>
          <p:cNvSpPr/>
          <p:nvPr/>
        </p:nvSpPr>
        <p:spPr>
          <a:xfrm>
            <a:off x="1521000" y="2859325"/>
            <a:ext cx="2126100" cy="1241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9" name="Google Shape;319;p30"/>
          <p:cNvSpPr/>
          <p:nvPr/>
        </p:nvSpPr>
        <p:spPr>
          <a:xfrm>
            <a:off x="5345600" y="2859325"/>
            <a:ext cx="2772900" cy="1421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20" name="Google Shape;320;p30"/>
          <p:cNvSpPr txBox="1"/>
          <p:nvPr/>
        </p:nvSpPr>
        <p:spPr>
          <a:xfrm>
            <a:off x="0" y="4866425"/>
            <a:ext cx="9144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DNDS5020: </a:t>
            </a:r>
            <a:r>
              <a:rPr lang="en" sz="1000" b="1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GROUP B</a:t>
            </a: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								23.02.2026</a:t>
            </a:r>
            <a:endParaRPr sz="1000" dirty="0">
              <a:solidFill>
                <a:srgbClr val="9FC5E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Datasets</a:t>
            </a:r>
            <a:endParaRPr sz="1200" b="0"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326" name="Google Shape;32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3450" y="1109087"/>
            <a:ext cx="5442076" cy="229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1"/>
          <p:cNvPicPr preferRelativeResize="0"/>
          <p:nvPr/>
        </p:nvPicPr>
        <p:blipFill rotWithShape="1">
          <a:blip r:embed="rId4">
            <a:alphaModFix/>
          </a:blip>
          <a:srcRect l="-570" r="569"/>
          <a:stretch/>
        </p:blipFill>
        <p:spPr>
          <a:xfrm>
            <a:off x="511597" y="3662487"/>
            <a:ext cx="8120806" cy="99586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1"/>
          <p:cNvSpPr txBox="1">
            <a:spLocks noGrp="1"/>
          </p:cNvSpPr>
          <p:nvPr>
            <p:ph type="subTitle" idx="9"/>
          </p:nvPr>
        </p:nvSpPr>
        <p:spPr>
          <a:xfrm>
            <a:off x="0" y="3402912"/>
            <a:ext cx="9143999" cy="2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500" b="1" dirty="0"/>
              <a:t>Data Source: </a:t>
            </a:r>
            <a:r>
              <a:rPr lang="en-US" sz="500" dirty="0" err="1"/>
              <a:t>Zhuchkova</a:t>
            </a:r>
            <a:r>
              <a:rPr lang="en-US" sz="500" dirty="0"/>
              <a:t>, S., &amp; </a:t>
            </a:r>
            <a:r>
              <a:rPr lang="en-US" sz="500" dirty="0" err="1"/>
              <a:t>Kazun</a:t>
            </a:r>
            <a:r>
              <a:rPr lang="en-US" sz="500" dirty="0"/>
              <a:t>, A. (2023). Exploring Gender Bias in Homicide Sentencing: An Empirical Study of Russian Court Decisions Using Text Mining. Homicide Studies. </a:t>
            </a:r>
            <a:r>
              <a:rPr lang="en-US" sz="500" dirty="0">
                <a:hlinkClick r:id="rId5"/>
              </a:rPr>
              <a:t>https://doi.org/10.1177/10887679231217159</a:t>
            </a:r>
            <a:endParaRPr lang="en-US" sz="500" dirty="0"/>
          </a:p>
          <a:p>
            <a:endParaRPr sz="500" dirty="0"/>
          </a:p>
        </p:txBody>
      </p:sp>
      <p:sp>
        <p:nvSpPr>
          <p:cNvPr id="329" name="Google Shape;329;p31"/>
          <p:cNvSpPr/>
          <p:nvPr/>
        </p:nvSpPr>
        <p:spPr>
          <a:xfrm>
            <a:off x="1669186" y="1072363"/>
            <a:ext cx="5571300" cy="2371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C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413922" y="3621649"/>
            <a:ext cx="8316000" cy="1083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C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31" name="Google Shape;331;p31"/>
          <p:cNvSpPr txBox="1"/>
          <p:nvPr/>
        </p:nvSpPr>
        <p:spPr>
          <a:xfrm>
            <a:off x="0" y="4866425"/>
            <a:ext cx="9144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DNDS5020: </a:t>
            </a:r>
            <a:r>
              <a:rPr lang="en" sz="1000" b="1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GROUP B</a:t>
            </a: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								23.02.2026</a:t>
            </a:r>
            <a:endParaRPr sz="1000" dirty="0">
              <a:solidFill>
                <a:srgbClr val="9FC5E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" name="Google Shape;328;p31">
            <a:extLst>
              <a:ext uri="{FF2B5EF4-FFF2-40B4-BE49-F238E27FC236}">
                <a16:creationId xmlns:a16="http://schemas.microsoft.com/office/drawing/2014/main" id="{CF2144D3-540F-F524-512C-4D18055B57EA}"/>
              </a:ext>
            </a:extLst>
          </p:cNvPr>
          <p:cNvSpPr txBox="1">
            <a:spLocks/>
          </p:cNvSpPr>
          <p:nvPr/>
        </p:nvSpPr>
        <p:spPr>
          <a:xfrm>
            <a:off x="0" y="4647801"/>
            <a:ext cx="91440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ro-RO" sz="500" b="1" dirty="0"/>
              <a:t>Data </a:t>
            </a:r>
            <a:r>
              <a:rPr lang="ro-RO" sz="500" b="1" dirty="0" err="1"/>
              <a:t>Source</a:t>
            </a:r>
            <a:r>
              <a:rPr lang="ro-RO" sz="500" b="1" dirty="0"/>
              <a:t>: </a:t>
            </a:r>
            <a:r>
              <a:rPr lang="ro-RO" sz="500" dirty="0" err="1"/>
              <a:t>Unified</a:t>
            </a:r>
            <a:r>
              <a:rPr lang="ro-RO" sz="500" dirty="0"/>
              <a:t> </a:t>
            </a:r>
            <a:r>
              <a:rPr lang="ro-RO" sz="500" dirty="0" err="1"/>
              <a:t>Interdepartmental</a:t>
            </a:r>
            <a:r>
              <a:rPr lang="ro-RO" sz="500" dirty="0"/>
              <a:t> </a:t>
            </a:r>
            <a:r>
              <a:rPr lang="ro-RO" sz="500" dirty="0" err="1"/>
              <a:t>Statistical</a:t>
            </a:r>
            <a:r>
              <a:rPr lang="ro-RO" sz="500" dirty="0"/>
              <a:t> Information </a:t>
            </a:r>
            <a:r>
              <a:rPr lang="ro-RO" sz="500" dirty="0" err="1"/>
              <a:t>System</a:t>
            </a:r>
            <a:r>
              <a:rPr lang="ro-RO" sz="500" dirty="0"/>
              <a:t> (UISIS).</a:t>
            </a:r>
          </a:p>
          <a:p>
            <a:endParaRPr lang="ro-RO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 diagram - proposal</a:t>
            </a:r>
            <a:endParaRPr/>
          </a:p>
        </p:txBody>
      </p:sp>
      <p:pic>
        <p:nvPicPr>
          <p:cNvPr id="337" name="Google Shape;337;p32" title="db_group_b - sandbox_propos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049" y="1460401"/>
            <a:ext cx="5177700" cy="3354751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2"/>
          <p:cNvSpPr txBox="1">
            <a:spLocks noGrp="1"/>
          </p:cNvSpPr>
          <p:nvPr>
            <p:ph type="subTitle" idx="4"/>
          </p:nvPr>
        </p:nvSpPr>
        <p:spPr>
          <a:xfrm>
            <a:off x="5134750" y="1669875"/>
            <a:ext cx="4185300" cy="10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Investigation processes?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Police capacity?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Prison infrastructure?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Appeals?</a:t>
            </a:r>
            <a:endParaRPr/>
          </a:p>
        </p:txBody>
      </p:sp>
      <p:sp>
        <p:nvSpPr>
          <p:cNvPr id="339" name="Google Shape;339;p32"/>
          <p:cNvSpPr/>
          <p:nvPr/>
        </p:nvSpPr>
        <p:spPr>
          <a:xfrm>
            <a:off x="5134750" y="1529850"/>
            <a:ext cx="2962500" cy="1223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40" name="Google Shape;340;p32"/>
          <p:cNvSpPr txBox="1"/>
          <p:nvPr/>
        </p:nvSpPr>
        <p:spPr>
          <a:xfrm>
            <a:off x="0" y="4866425"/>
            <a:ext cx="9144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DNDS5020: </a:t>
            </a:r>
            <a:r>
              <a:rPr lang="en" sz="1000" b="1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GROUP B</a:t>
            </a: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								23.02.2026</a:t>
            </a:r>
            <a:endParaRPr sz="1000" dirty="0">
              <a:solidFill>
                <a:srgbClr val="9FC5E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3" title="db_group_b - sandbox_m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2300" y="371400"/>
            <a:ext cx="6096374" cy="4417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3"/>
          <p:cNvSpPr txBox="1">
            <a:spLocks noGrp="1"/>
          </p:cNvSpPr>
          <p:nvPr>
            <p:ph type="title"/>
          </p:nvPr>
        </p:nvSpPr>
        <p:spPr>
          <a:xfrm>
            <a:off x="441600" y="461200"/>
            <a:ext cx="2766600" cy="18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 diagram -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extended</a:t>
            </a:r>
            <a:endParaRPr/>
          </a:p>
        </p:txBody>
      </p:sp>
      <p:sp>
        <p:nvSpPr>
          <p:cNvPr id="347" name="Google Shape;347;p33"/>
          <p:cNvSpPr/>
          <p:nvPr/>
        </p:nvSpPr>
        <p:spPr>
          <a:xfrm>
            <a:off x="3146525" y="3640525"/>
            <a:ext cx="663600" cy="669900"/>
          </a:xfrm>
          <a:prstGeom prst="noSmoking">
            <a:avLst>
              <a:gd name="adj" fmla="val 1875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48" name="Google Shape;348;p33"/>
          <p:cNvSpPr/>
          <p:nvPr/>
        </p:nvSpPr>
        <p:spPr>
          <a:xfrm>
            <a:off x="6215550" y="304800"/>
            <a:ext cx="663600" cy="669900"/>
          </a:xfrm>
          <a:prstGeom prst="noSmoking">
            <a:avLst>
              <a:gd name="adj" fmla="val 1875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49" name="Google Shape;349;p33"/>
          <p:cNvSpPr/>
          <p:nvPr/>
        </p:nvSpPr>
        <p:spPr>
          <a:xfrm>
            <a:off x="6681275" y="3678150"/>
            <a:ext cx="663600" cy="669900"/>
          </a:xfrm>
          <a:prstGeom prst="noSmoking">
            <a:avLst>
              <a:gd name="adj" fmla="val 1875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50" name="Google Shape;350;p33"/>
          <p:cNvSpPr/>
          <p:nvPr/>
        </p:nvSpPr>
        <p:spPr>
          <a:xfrm>
            <a:off x="5893725" y="3640525"/>
            <a:ext cx="663600" cy="669900"/>
          </a:xfrm>
          <a:prstGeom prst="noSmoking">
            <a:avLst>
              <a:gd name="adj" fmla="val 1875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51" name="Google Shape;351;p33"/>
          <p:cNvSpPr/>
          <p:nvPr/>
        </p:nvSpPr>
        <p:spPr>
          <a:xfrm>
            <a:off x="3182325" y="2880075"/>
            <a:ext cx="663600" cy="669900"/>
          </a:xfrm>
          <a:prstGeom prst="noSmoking">
            <a:avLst>
              <a:gd name="adj" fmla="val 1875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52" name="Google Shape;352;p33"/>
          <p:cNvSpPr/>
          <p:nvPr/>
        </p:nvSpPr>
        <p:spPr>
          <a:xfrm>
            <a:off x="3146525" y="2245200"/>
            <a:ext cx="663600" cy="669900"/>
          </a:xfrm>
          <a:prstGeom prst="noSmoking">
            <a:avLst>
              <a:gd name="adj" fmla="val 1875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53" name="Google Shape;353;p33"/>
          <p:cNvSpPr/>
          <p:nvPr/>
        </p:nvSpPr>
        <p:spPr>
          <a:xfrm>
            <a:off x="6958775" y="1267325"/>
            <a:ext cx="663600" cy="669900"/>
          </a:xfrm>
          <a:prstGeom prst="noSmoking">
            <a:avLst>
              <a:gd name="adj" fmla="val 1875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54" name="Google Shape;354;p33"/>
          <p:cNvSpPr/>
          <p:nvPr/>
        </p:nvSpPr>
        <p:spPr>
          <a:xfrm>
            <a:off x="7117425" y="2210175"/>
            <a:ext cx="663600" cy="669900"/>
          </a:xfrm>
          <a:prstGeom prst="noSmoking">
            <a:avLst>
              <a:gd name="adj" fmla="val 1875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55" name="Google Shape;355;p33"/>
          <p:cNvSpPr txBox="1"/>
          <p:nvPr/>
        </p:nvSpPr>
        <p:spPr>
          <a:xfrm>
            <a:off x="0" y="4866425"/>
            <a:ext cx="9144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DNDS5020: </a:t>
            </a:r>
            <a:r>
              <a:rPr lang="en" sz="1000" b="1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GROUP B</a:t>
            </a: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								23.02.2026</a:t>
            </a:r>
            <a:endParaRPr sz="1000" dirty="0">
              <a:solidFill>
                <a:srgbClr val="9FC5E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 diagram - current</a:t>
            </a:r>
            <a:endParaRPr/>
          </a:p>
        </p:txBody>
      </p:sp>
      <p:pic>
        <p:nvPicPr>
          <p:cNvPr id="361" name="Google Shape;361;p34" title="Снимок экрана 2026-02-19 в 14.42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050" y="1142410"/>
            <a:ext cx="5891396" cy="366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4"/>
          <p:cNvSpPr/>
          <p:nvPr/>
        </p:nvSpPr>
        <p:spPr>
          <a:xfrm>
            <a:off x="6807625" y="3443455"/>
            <a:ext cx="324300" cy="549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63" name="Google Shape;363;p34"/>
          <p:cNvSpPr txBox="1"/>
          <p:nvPr/>
        </p:nvSpPr>
        <p:spPr>
          <a:xfrm>
            <a:off x="0" y="4866425"/>
            <a:ext cx="9144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DNDS5020: </a:t>
            </a:r>
            <a:r>
              <a:rPr lang="en" sz="1000" b="1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GROUP B</a:t>
            </a: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								23.02.2026</a:t>
            </a:r>
            <a:endParaRPr sz="1000" dirty="0">
              <a:solidFill>
                <a:srgbClr val="9FC5E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5" title="Снимок экрана 2026-02-19 в 14.42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000" y="1633699"/>
            <a:ext cx="4177727" cy="2597901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5"/>
          <p:cNvSpPr/>
          <p:nvPr/>
        </p:nvSpPr>
        <p:spPr>
          <a:xfrm>
            <a:off x="569025" y="2854200"/>
            <a:ext cx="4083300" cy="762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70" name="Google Shape;370;p3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Hypotheses</a:t>
            </a:r>
            <a:endParaRPr/>
          </a:p>
        </p:txBody>
      </p:sp>
      <p:sp>
        <p:nvSpPr>
          <p:cNvPr id="371" name="Google Shape;371;p35"/>
          <p:cNvSpPr txBox="1">
            <a:spLocks noGrp="1"/>
          </p:cNvSpPr>
          <p:nvPr>
            <p:ph type="subTitle" idx="3"/>
          </p:nvPr>
        </p:nvSpPr>
        <p:spPr>
          <a:xfrm>
            <a:off x="416325" y="1674263"/>
            <a:ext cx="4388700" cy="97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H1: sentencing severity is influenced not only by legal factors but also by social and regional characteristics</a:t>
            </a:r>
            <a:endParaRPr/>
          </a:p>
        </p:txBody>
      </p:sp>
      <p:sp>
        <p:nvSpPr>
          <p:cNvPr id="372" name="Google Shape;372;p35"/>
          <p:cNvSpPr txBox="1">
            <a:spLocks noGrp="1"/>
          </p:cNvSpPr>
          <p:nvPr>
            <p:ph type="subTitle" idx="4"/>
          </p:nvPr>
        </p:nvSpPr>
        <p:spPr>
          <a:xfrm>
            <a:off x="569025" y="3616200"/>
            <a:ext cx="4116000" cy="10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H3: institutional capacity influences judicial outcomes and investigation efficiency </a:t>
            </a:r>
            <a:endParaRPr/>
          </a:p>
        </p:txBody>
      </p:sp>
      <p:sp>
        <p:nvSpPr>
          <p:cNvPr id="373" name="Google Shape;373;p35"/>
          <p:cNvSpPr txBox="1">
            <a:spLocks noGrp="1"/>
          </p:cNvSpPr>
          <p:nvPr>
            <p:ph type="subTitle" idx="8"/>
          </p:nvPr>
        </p:nvSpPr>
        <p:spPr>
          <a:xfrm>
            <a:off x="495025" y="2744059"/>
            <a:ext cx="4431300" cy="9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H2: regional socio-economic conditions affect crime rates and judicial outcomes</a:t>
            </a:r>
            <a:endParaRPr/>
          </a:p>
        </p:txBody>
      </p:sp>
      <p:sp>
        <p:nvSpPr>
          <p:cNvPr id="374" name="Google Shape;374;p35"/>
          <p:cNvSpPr/>
          <p:nvPr/>
        </p:nvSpPr>
        <p:spPr>
          <a:xfrm>
            <a:off x="569025" y="1779125"/>
            <a:ext cx="4083300" cy="762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75" name="Google Shape;375;p35"/>
          <p:cNvSpPr/>
          <p:nvPr/>
        </p:nvSpPr>
        <p:spPr>
          <a:xfrm>
            <a:off x="569025" y="3796750"/>
            <a:ext cx="4071000" cy="762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76" name="Google Shape;376;p35"/>
          <p:cNvSpPr/>
          <p:nvPr/>
        </p:nvSpPr>
        <p:spPr>
          <a:xfrm>
            <a:off x="8496150" y="3264100"/>
            <a:ext cx="237600" cy="33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77" name="Google Shape;377;p35"/>
          <p:cNvSpPr txBox="1"/>
          <p:nvPr/>
        </p:nvSpPr>
        <p:spPr>
          <a:xfrm>
            <a:off x="0" y="4866425"/>
            <a:ext cx="9144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DNDS5020: </a:t>
            </a:r>
            <a:r>
              <a:rPr lang="en" sz="1000" b="1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GROUP B</a:t>
            </a: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								23.02.2026</a:t>
            </a:r>
            <a:endParaRPr sz="1000" dirty="0">
              <a:solidFill>
                <a:srgbClr val="9FC5E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36" title="Снимок экрана 2026-02-19 в 14.42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7500" y="1389375"/>
            <a:ext cx="5355898" cy="33305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6"/>
          <p:cNvSpPr txBox="1">
            <a:spLocks noGrp="1"/>
          </p:cNvSpPr>
          <p:nvPr>
            <p:ph type="subTitle" idx="3"/>
          </p:nvPr>
        </p:nvSpPr>
        <p:spPr>
          <a:xfrm>
            <a:off x="323525" y="704050"/>
            <a:ext cx="5537700" cy="97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H1: sentencing severity is influenced not only by legal factors but also by social and regional characteristics</a:t>
            </a:r>
            <a:endParaRPr/>
          </a:p>
        </p:txBody>
      </p:sp>
      <p:sp>
        <p:nvSpPr>
          <p:cNvPr id="384" name="Google Shape;384;p36"/>
          <p:cNvSpPr/>
          <p:nvPr/>
        </p:nvSpPr>
        <p:spPr>
          <a:xfrm>
            <a:off x="436750" y="808925"/>
            <a:ext cx="5435400" cy="762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85" name="Google Shape;385;p36"/>
          <p:cNvSpPr/>
          <p:nvPr/>
        </p:nvSpPr>
        <p:spPr>
          <a:xfrm>
            <a:off x="8412100" y="3471950"/>
            <a:ext cx="277500" cy="57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86" name="Google Shape;386;p36"/>
          <p:cNvSpPr/>
          <p:nvPr/>
        </p:nvSpPr>
        <p:spPr>
          <a:xfrm>
            <a:off x="5341925" y="2581375"/>
            <a:ext cx="1550400" cy="1404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387" name="Google Shape;387;p36" title="Снимок экрана 2026-02-19 в 14.42.54.png"/>
          <p:cNvPicPr preferRelativeResize="0"/>
          <p:nvPr/>
        </p:nvPicPr>
        <p:blipFill rotWithShape="1">
          <a:blip r:embed="rId3">
            <a:alphaModFix/>
          </a:blip>
          <a:srcRect l="42268" t="39783" r="45705" b="35028"/>
          <a:stretch/>
        </p:blipFill>
        <p:spPr>
          <a:xfrm>
            <a:off x="5702100" y="2791451"/>
            <a:ext cx="815577" cy="106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6"/>
          <p:cNvSpPr/>
          <p:nvPr/>
        </p:nvSpPr>
        <p:spPr>
          <a:xfrm>
            <a:off x="4644800" y="3382175"/>
            <a:ext cx="1090200" cy="10008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389" name="Google Shape;389;p36" title="Снимок экрана 2026-02-19 в 14.42.54.png"/>
          <p:cNvPicPr preferRelativeResize="0"/>
          <p:nvPr/>
        </p:nvPicPr>
        <p:blipFill rotWithShape="1">
          <a:blip r:embed="rId3">
            <a:alphaModFix/>
          </a:blip>
          <a:srcRect l="28607" t="64904" r="59432" b="20627"/>
          <a:stretch/>
        </p:blipFill>
        <p:spPr>
          <a:xfrm>
            <a:off x="4793525" y="3584425"/>
            <a:ext cx="792748" cy="596301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6"/>
          <p:cNvSpPr txBox="1"/>
          <p:nvPr/>
        </p:nvSpPr>
        <p:spPr>
          <a:xfrm>
            <a:off x="0" y="4866425"/>
            <a:ext cx="9144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DNDS5020: </a:t>
            </a:r>
            <a:r>
              <a:rPr lang="en" sz="1000" b="1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GROUP B</a:t>
            </a: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								23.02.2026</a:t>
            </a:r>
            <a:endParaRPr sz="1000" dirty="0">
              <a:solidFill>
                <a:srgbClr val="9FC5E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7" title="Снимок экрана 2026-02-19 в 14.42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9875" y="1469325"/>
            <a:ext cx="5232624" cy="3253874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7"/>
          <p:cNvSpPr/>
          <p:nvPr/>
        </p:nvSpPr>
        <p:spPr>
          <a:xfrm>
            <a:off x="384914" y="880666"/>
            <a:ext cx="5467800" cy="762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97" name="Google Shape;397;p37"/>
          <p:cNvSpPr txBox="1">
            <a:spLocks noGrp="1"/>
          </p:cNvSpPr>
          <p:nvPr>
            <p:ph type="subTitle" idx="8"/>
          </p:nvPr>
        </p:nvSpPr>
        <p:spPr>
          <a:xfrm>
            <a:off x="337325" y="944750"/>
            <a:ext cx="5406000" cy="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H2: regional socio-economic conditions affect crime rates and judicial outcomes</a:t>
            </a:r>
            <a:endParaRPr/>
          </a:p>
        </p:txBody>
      </p:sp>
      <p:sp>
        <p:nvSpPr>
          <p:cNvPr id="398" name="Google Shape;398;p37"/>
          <p:cNvSpPr/>
          <p:nvPr/>
        </p:nvSpPr>
        <p:spPr>
          <a:xfrm>
            <a:off x="8496150" y="3264100"/>
            <a:ext cx="237600" cy="33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99" name="Google Shape;399;p37"/>
          <p:cNvSpPr/>
          <p:nvPr/>
        </p:nvSpPr>
        <p:spPr>
          <a:xfrm>
            <a:off x="6496250" y="880675"/>
            <a:ext cx="1818600" cy="1759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00" name="Google Shape;400;p37" title="Снимок экрана 2026-02-19 в 14.42.54.png"/>
          <p:cNvPicPr preferRelativeResize="0"/>
          <p:nvPr/>
        </p:nvPicPr>
        <p:blipFill rotWithShape="1">
          <a:blip r:embed="rId3">
            <a:alphaModFix/>
          </a:blip>
          <a:srcRect l="63728" t="1208" r="20224" b="82166"/>
          <a:stretch/>
        </p:blipFill>
        <p:spPr>
          <a:xfrm>
            <a:off x="6712750" y="1261575"/>
            <a:ext cx="1419101" cy="9143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7"/>
          <p:cNvSpPr/>
          <p:nvPr/>
        </p:nvSpPr>
        <p:spPr>
          <a:xfrm>
            <a:off x="5128500" y="1692000"/>
            <a:ext cx="1818600" cy="1759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02" name="Google Shape;402;p37" title="Снимок экрана 2026-02-19 в 14.42.54.png"/>
          <p:cNvPicPr preferRelativeResize="0"/>
          <p:nvPr/>
        </p:nvPicPr>
        <p:blipFill rotWithShape="1">
          <a:blip r:embed="rId3">
            <a:alphaModFix/>
          </a:blip>
          <a:srcRect l="42510" t="15031" r="43423" b="59538"/>
          <a:stretch/>
        </p:blipFill>
        <p:spPr>
          <a:xfrm>
            <a:off x="5484588" y="1949863"/>
            <a:ext cx="1106427" cy="1243778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7"/>
          <p:cNvSpPr/>
          <p:nvPr/>
        </p:nvSpPr>
        <p:spPr>
          <a:xfrm>
            <a:off x="8424275" y="3505199"/>
            <a:ext cx="294900" cy="56147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04" name="Google Shape;404;p37"/>
          <p:cNvSpPr txBox="1"/>
          <p:nvPr/>
        </p:nvSpPr>
        <p:spPr>
          <a:xfrm>
            <a:off x="0" y="4866425"/>
            <a:ext cx="9144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DNDS5020: </a:t>
            </a:r>
            <a:r>
              <a:rPr lang="en" sz="1000" b="1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GROUP B</a:t>
            </a: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								23.02.2026</a:t>
            </a:r>
            <a:endParaRPr sz="1000" dirty="0">
              <a:solidFill>
                <a:srgbClr val="9FC5E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8" title="Снимок экрана 2026-02-19 в 14.42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5100" y="1149200"/>
            <a:ext cx="5878651" cy="3655626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8"/>
          <p:cNvSpPr txBox="1">
            <a:spLocks noGrp="1"/>
          </p:cNvSpPr>
          <p:nvPr>
            <p:ph type="subTitle" idx="4"/>
          </p:nvPr>
        </p:nvSpPr>
        <p:spPr>
          <a:xfrm>
            <a:off x="524000" y="691350"/>
            <a:ext cx="4116000" cy="10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H3: institutional capacity influences judicial outcomes and investigation efficiency </a:t>
            </a:r>
            <a:endParaRPr/>
          </a:p>
        </p:txBody>
      </p:sp>
      <p:sp>
        <p:nvSpPr>
          <p:cNvPr id="411" name="Google Shape;411;p38"/>
          <p:cNvSpPr/>
          <p:nvPr/>
        </p:nvSpPr>
        <p:spPr>
          <a:xfrm>
            <a:off x="524000" y="871900"/>
            <a:ext cx="4071000" cy="762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12" name="Google Shape;412;p38"/>
          <p:cNvSpPr/>
          <p:nvPr/>
        </p:nvSpPr>
        <p:spPr>
          <a:xfrm>
            <a:off x="8496150" y="3264100"/>
            <a:ext cx="237600" cy="33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13" name="Google Shape;413;p38"/>
          <p:cNvSpPr/>
          <p:nvPr/>
        </p:nvSpPr>
        <p:spPr>
          <a:xfrm>
            <a:off x="5197375" y="917875"/>
            <a:ext cx="1299000" cy="1212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14" name="Google Shape;414;p38"/>
          <p:cNvSpPr/>
          <p:nvPr/>
        </p:nvSpPr>
        <p:spPr>
          <a:xfrm>
            <a:off x="5975150" y="1772625"/>
            <a:ext cx="1299000" cy="1212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15" name="Google Shape;415;p38"/>
          <p:cNvSpPr/>
          <p:nvPr/>
        </p:nvSpPr>
        <p:spPr>
          <a:xfrm>
            <a:off x="3341000" y="2492675"/>
            <a:ext cx="1299000" cy="1212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16" name="Google Shape;416;p38"/>
          <p:cNvSpPr/>
          <p:nvPr/>
        </p:nvSpPr>
        <p:spPr>
          <a:xfrm>
            <a:off x="3093800" y="3592525"/>
            <a:ext cx="1299000" cy="1212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17" name="Google Shape;417;p38"/>
          <p:cNvSpPr/>
          <p:nvPr/>
        </p:nvSpPr>
        <p:spPr>
          <a:xfrm>
            <a:off x="7566125" y="2130175"/>
            <a:ext cx="1299000" cy="1212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18" name="Google Shape;418;p38" title="Снимок экрана 2026-02-19 в 14.42.54.png"/>
          <p:cNvPicPr preferRelativeResize="0"/>
          <p:nvPr/>
        </p:nvPicPr>
        <p:blipFill rotWithShape="1">
          <a:blip r:embed="rId3">
            <a:alphaModFix/>
          </a:blip>
          <a:srcRect l="59349" t="27667" r="30748" b="57006"/>
          <a:stretch/>
        </p:blipFill>
        <p:spPr>
          <a:xfrm>
            <a:off x="6197263" y="1967413"/>
            <a:ext cx="854775" cy="82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8" title="Снимок экрана 2026-02-19 в 14.42.54.png"/>
          <p:cNvPicPr preferRelativeResize="0"/>
          <p:nvPr/>
        </p:nvPicPr>
        <p:blipFill rotWithShape="1">
          <a:blip r:embed="rId3">
            <a:alphaModFix/>
          </a:blip>
          <a:srcRect l="13273" t="46112" r="74779" b="35835"/>
          <a:stretch/>
        </p:blipFill>
        <p:spPr>
          <a:xfrm>
            <a:off x="3563113" y="2697241"/>
            <a:ext cx="854775" cy="803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8" title="Снимок экрана 2026-02-19 в 14.42.54.png"/>
          <p:cNvPicPr preferRelativeResize="0"/>
          <p:nvPr/>
        </p:nvPicPr>
        <p:blipFill rotWithShape="1">
          <a:blip r:embed="rId3">
            <a:alphaModFix/>
          </a:blip>
          <a:srcRect l="43987" r="46193" b="84188"/>
          <a:stretch/>
        </p:blipFill>
        <p:spPr>
          <a:xfrm>
            <a:off x="5553375" y="1149200"/>
            <a:ext cx="702325" cy="70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8" title="Снимок экрана 2026-02-19 в 14.42.54.png"/>
          <p:cNvPicPr preferRelativeResize="0"/>
          <p:nvPr/>
        </p:nvPicPr>
        <p:blipFill rotWithShape="1">
          <a:blip r:embed="rId3">
            <a:alphaModFix/>
          </a:blip>
          <a:srcRect l="89348" t="35592" b="47195"/>
          <a:stretch/>
        </p:blipFill>
        <p:spPr>
          <a:xfrm>
            <a:off x="7836486" y="2355328"/>
            <a:ext cx="758275" cy="762001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8"/>
          <p:cNvSpPr/>
          <p:nvPr/>
        </p:nvSpPr>
        <p:spPr>
          <a:xfrm>
            <a:off x="2479575" y="2007063"/>
            <a:ext cx="1299000" cy="1212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23" name="Google Shape;423;p38" title="Снимок экрана 2026-02-19 в 14.42.54.png"/>
          <p:cNvPicPr preferRelativeResize="0"/>
          <p:nvPr/>
        </p:nvPicPr>
        <p:blipFill rotWithShape="1">
          <a:blip r:embed="rId3">
            <a:alphaModFix/>
          </a:blip>
          <a:srcRect t="36768" r="88947" b="51740"/>
          <a:stretch/>
        </p:blipFill>
        <p:spPr>
          <a:xfrm>
            <a:off x="2708350" y="2374425"/>
            <a:ext cx="854775" cy="552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8" title="Снимок экрана 2026-02-19 в 14.42.54.png"/>
          <p:cNvPicPr preferRelativeResize="0"/>
          <p:nvPr/>
        </p:nvPicPr>
        <p:blipFill rotWithShape="1">
          <a:blip r:embed="rId3">
            <a:alphaModFix/>
          </a:blip>
          <a:srcRect l="14141" t="72163" r="77347" b="11125"/>
          <a:stretch/>
        </p:blipFill>
        <p:spPr>
          <a:xfrm>
            <a:off x="3392138" y="3769925"/>
            <a:ext cx="702325" cy="857509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8"/>
          <p:cNvSpPr/>
          <p:nvPr/>
        </p:nvSpPr>
        <p:spPr>
          <a:xfrm>
            <a:off x="8272463" y="3443527"/>
            <a:ext cx="300872" cy="45719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26" name="Google Shape;426;p38"/>
          <p:cNvSpPr txBox="1"/>
          <p:nvPr/>
        </p:nvSpPr>
        <p:spPr>
          <a:xfrm>
            <a:off x="0" y="4866425"/>
            <a:ext cx="9144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DNDS5020: </a:t>
            </a:r>
            <a:r>
              <a:rPr lang="en" sz="1000" b="1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GROUP B</a:t>
            </a: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								23.02.2026</a:t>
            </a:r>
            <a:endParaRPr sz="1000" dirty="0">
              <a:solidFill>
                <a:srgbClr val="9FC5E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39" title="Снимок экрана 2026-02-19 в 14.42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350" y="535423"/>
            <a:ext cx="6879873" cy="4278201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9"/>
          <p:cNvSpPr/>
          <p:nvPr/>
        </p:nvSpPr>
        <p:spPr>
          <a:xfrm>
            <a:off x="5024175" y="215525"/>
            <a:ext cx="2030100" cy="19626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33" name="Google Shape;433;p39" title="Снимок экрана 2026-02-19 в 14.42.54.png"/>
          <p:cNvPicPr preferRelativeResize="0"/>
          <p:nvPr/>
        </p:nvPicPr>
        <p:blipFill rotWithShape="1">
          <a:blip r:embed="rId3">
            <a:alphaModFix/>
          </a:blip>
          <a:srcRect l="63728" t="1208" r="20224" b="82166"/>
          <a:stretch/>
        </p:blipFill>
        <p:spPr>
          <a:xfrm>
            <a:off x="5243788" y="684349"/>
            <a:ext cx="1590873" cy="1024949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9"/>
          <p:cNvSpPr/>
          <p:nvPr/>
        </p:nvSpPr>
        <p:spPr>
          <a:xfrm>
            <a:off x="3860025" y="1908850"/>
            <a:ext cx="1471800" cy="1462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35" name="Google Shape;435;p39" title="Снимок экрана 2026-02-19 в 14.42.54.png"/>
          <p:cNvPicPr preferRelativeResize="0"/>
          <p:nvPr/>
        </p:nvPicPr>
        <p:blipFill rotWithShape="1">
          <a:blip r:embed="rId3">
            <a:alphaModFix/>
          </a:blip>
          <a:srcRect l="42268" t="39783" r="45705" b="35028"/>
          <a:stretch/>
        </p:blipFill>
        <p:spPr>
          <a:xfrm>
            <a:off x="4146600" y="2088125"/>
            <a:ext cx="856202" cy="1115077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9"/>
          <p:cNvSpPr/>
          <p:nvPr/>
        </p:nvSpPr>
        <p:spPr>
          <a:xfrm>
            <a:off x="5024175" y="2178125"/>
            <a:ext cx="1471800" cy="1462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37" name="Google Shape;437;p39" title="Снимок экрана 2026-02-19 в 14.42.54.png"/>
          <p:cNvPicPr preferRelativeResize="0"/>
          <p:nvPr/>
        </p:nvPicPr>
        <p:blipFill rotWithShape="1">
          <a:blip r:embed="rId3">
            <a:alphaModFix/>
          </a:blip>
          <a:srcRect l="60026" t="43833" r="30883" b="35476"/>
          <a:stretch/>
        </p:blipFill>
        <p:spPr>
          <a:xfrm>
            <a:off x="5370413" y="2357850"/>
            <a:ext cx="779324" cy="110305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9"/>
          <p:cNvSpPr/>
          <p:nvPr/>
        </p:nvSpPr>
        <p:spPr>
          <a:xfrm>
            <a:off x="2089725" y="3525225"/>
            <a:ext cx="856200" cy="8370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39" name="Google Shape;439;p39"/>
          <p:cNvSpPr/>
          <p:nvPr/>
        </p:nvSpPr>
        <p:spPr>
          <a:xfrm>
            <a:off x="6369625" y="1811100"/>
            <a:ext cx="856200" cy="8370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0" name="Google Shape;440;p39"/>
          <p:cNvSpPr/>
          <p:nvPr/>
        </p:nvSpPr>
        <p:spPr>
          <a:xfrm>
            <a:off x="7225825" y="3525225"/>
            <a:ext cx="856200" cy="8370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1" name="Google Shape;441;p39"/>
          <p:cNvSpPr/>
          <p:nvPr/>
        </p:nvSpPr>
        <p:spPr>
          <a:xfrm>
            <a:off x="2089725" y="1480900"/>
            <a:ext cx="856200" cy="8370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2" name="Google Shape;442;p39"/>
          <p:cNvSpPr/>
          <p:nvPr/>
        </p:nvSpPr>
        <p:spPr>
          <a:xfrm>
            <a:off x="4254188" y="1171500"/>
            <a:ext cx="856200" cy="8370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3" name="Google Shape;443;p39"/>
          <p:cNvSpPr/>
          <p:nvPr/>
        </p:nvSpPr>
        <p:spPr>
          <a:xfrm>
            <a:off x="7578191" y="3203203"/>
            <a:ext cx="381484" cy="77222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4" name="Google Shape;444;p39"/>
          <p:cNvSpPr txBox="1"/>
          <p:nvPr/>
        </p:nvSpPr>
        <p:spPr>
          <a:xfrm>
            <a:off x="0" y="4866425"/>
            <a:ext cx="9144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DNDS5020: </a:t>
            </a:r>
            <a:r>
              <a:rPr lang="en" sz="1000" b="1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GROUP B</a:t>
            </a: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								23.02.2026</a:t>
            </a:r>
            <a:endParaRPr sz="1000" dirty="0">
              <a:solidFill>
                <a:srgbClr val="9FC5E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0"/>
          <p:cNvSpPr/>
          <p:nvPr/>
        </p:nvSpPr>
        <p:spPr>
          <a:xfrm>
            <a:off x="564200" y="2011525"/>
            <a:ext cx="3023100" cy="1515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50" name="Google Shape;450;p40"/>
          <p:cNvSpPr txBox="1"/>
          <p:nvPr/>
        </p:nvSpPr>
        <p:spPr>
          <a:xfrm>
            <a:off x="496950" y="465175"/>
            <a:ext cx="8000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Do regions with more police officers have higher clearance rates?</a:t>
            </a:r>
            <a:endParaRPr sz="1600" b="1"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451" name="Google Shape;451;p40"/>
          <p:cNvSpPr txBox="1"/>
          <p:nvPr/>
        </p:nvSpPr>
        <p:spPr>
          <a:xfrm>
            <a:off x="661250" y="2115375"/>
            <a:ext cx="2829000" cy="26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i="1">
                <a:highlight>
                  <a:srgbClr val="FFFF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lang="en" sz="1000">
                <a:highlight>
                  <a:srgbClr val="FFFF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.year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" sz="1000" i="1">
                <a:highlight>
                  <a:srgbClr val="00FF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lang="en" sz="1000">
                <a:highlight>
                  <a:srgbClr val="00FF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.region_id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" sz="1000" i="1">
                <a:highlight>
                  <a:srgbClr val="00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lang="en" sz="1000">
                <a:highlight>
                  <a:srgbClr val="00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.clearance_rate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" sz="1000" i="1">
                <a:highlight>
                  <a:srgbClr val="FF99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pd</a:t>
            </a:r>
            <a:r>
              <a:rPr lang="en" sz="1000">
                <a:highlight>
                  <a:srgbClr val="FF99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.officers_assigned</a:t>
            </a:r>
            <a:endParaRPr sz="1000">
              <a:highlight>
                <a:srgbClr val="FF9900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sandbox.region_statistics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sz="1000" i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JOIN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sandbox.police_deployment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pd</a:t>
            </a:r>
            <a:endParaRPr sz="1000" i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ON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.region_id =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pd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.region_id 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.year =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pd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.year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ORDER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BY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.year,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.region_id;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aphicFrame>
        <p:nvGraphicFramePr>
          <p:cNvPr id="452" name="Google Shape;452;p40"/>
          <p:cNvGraphicFramePr/>
          <p:nvPr/>
        </p:nvGraphicFramePr>
        <p:xfrm>
          <a:off x="3833900" y="1863125"/>
          <a:ext cx="4719900" cy="1868525"/>
        </p:xfrm>
        <a:graphic>
          <a:graphicData uri="http://schemas.openxmlformats.org/drawingml/2006/table">
            <a:tbl>
              <a:tblPr>
                <a:noFill/>
                <a:tableStyleId>{CF08C909-2EAE-465B-BD12-1601EB70E62D}</a:tableStyleId>
              </a:tblPr>
              <a:tblGrid>
                <a:gridCol w="117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year</a:t>
                      </a:r>
                      <a:endParaRPr sz="1000"/>
                    </a:p>
                  </a:txBody>
                  <a:tcPr marL="91425" marR="91425" marT="91425" marB="91425">
                    <a:lnL w="762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region_id</a:t>
                      </a:r>
                      <a:endParaRPr sz="1000"/>
                    </a:p>
                  </a:txBody>
                  <a:tcPr marL="91425" marR="91425" marT="91425" marB="91425">
                    <a:lnL w="762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clearance</a:t>
                      </a:r>
                      <a:endParaRPr sz="1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_rate</a:t>
                      </a:r>
                      <a:endParaRPr sz="1000"/>
                    </a:p>
                  </a:txBody>
                  <a:tcPr marL="91425" marR="91425" marT="91425" marB="91425">
                    <a:lnL w="76200" cap="flat" cmpd="sng">
                      <a:solidFill>
                        <a:srgbClr val="00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99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officers_</a:t>
                      </a:r>
                      <a:endParaRPr sz="1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assigned</a:t>
                      </a:r>
                      <a:endParaRPr sz="1000"/>
                    </a:p>
                  </a:txBody>
                  <a:tcPr marL="91425" marR="91425" marT="91425" marB="91425">
                    <a:lnL w="76200" cap="flat" cmpd="sng">
                      <a:solidFill>
                        <a:srgbClr val="FF99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99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99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99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2014</a:t>
                      </a:r>
                      <a:endParaRPr sz="1000"/>
                    </a:p>
                  </a:txBody>
                  <a:tcPr marL="91425" marR="91425" marT="91425" marB="91425">
                    <a:lnT w="762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1541</a:t>
                      </a:r>
                      <a:endParaRPr sz="1000"/>
                    </a:p>
                  </a:txBody>
                  <a:tcPr marL="91425" marR="91425" marT="91425" marB="91425">
                    <a:lnT w="762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21.26</a:t>
                      </a:r>
                      <a:endParaRPr sz="1000"/>
                    </a:p>
                  </a:txBody>
                  <a:tcPr marL="91425" marR="91425" marT="91425" marB="91425">
                    <a:lnT w="76200" cap="flat" cmpd="sng">
                      <a:solidFill>
                        <a:srgbClr val="00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201</a:t>
                      </a:r>
                      <a:endParaRPr sz="1000"/>
                    </a:p>
                  </a:txBody>
                  <a:tcPr marL="91425" marR="91425" marT="91425" marB="91425">
                    <a:lnT w="76200" cap="flat" cmpd="sng">
                      <a:solidFill>
                        <a:srgbClr val="FF99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2016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1705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39.05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317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2017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14095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55.2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475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2019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17345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92.79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174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3" name="Google Shape;453;p40"/>
          <p:cNvSpPr txBox="1"/>
          <p:nvPr/>
        </p:nvSpPr>
        <p:spPr>
          <a:xfrm>
            <a:off x="0" y="4866425"/>
            <a:ext cx="9144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DNDS5020: </a:t>
            </a:r>
            <a:r>
              <a:rPr lang="en" sz="1000" b="1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GROUP B</a:t>
            </a: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								23.02.2026</a:t>
            </a:r>
            <a:endParaRPr sz="1000" dirty="0">
              <a:solidFill>
                <a:srgbClr val="9FC5E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1"/>
          <p:cNvSpPr txBox="1"/>
          <p:nvPr/>
        </p:nvSpPr>
        <p:spPr>
          <a:xfrm>
            <a:off x="715100" y="2027525"/>
            <a:ext cx="7324500" cy="19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.name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i="1">
                <a:highlight>
                  <a:srgbClr val="FFFF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court_name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AVG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judge_load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cases_per_judge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i="1">
                <a:highlight>
                  <a:srgbClr val="00FF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avg_ongoing_load</a:t>
            </a:r>
            <a:endParaRPr sz="1000" i="1">
              <a:highlight>
                <a:srgbClr val="00FF00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.court_id,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.judge_id,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COUNT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cf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.case_id)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cases_per_judge</a:t>
            </a:r>
            <a:endParaRPr sz="1000" i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judge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endParaRPr sz="1000" i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LEFT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JOIN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case_file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cf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ON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.court_id =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cf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.court_id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cf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.case_status = 'Open'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GROUP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BY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.court_id,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.judge_id)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judge_load</a:t>
            </a:r>
            <a:endParaRPr sz="1000" i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JOIN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court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ON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judge_load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.court_id =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.court_id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GROUP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BY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.name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ORDER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BY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i="1">
                <a:latin typeface="Helvetica Neue"/>
                <a:ea typeface="Helvetica Neue"/>
                <a:cs typeface="Helvetica Neue"/>
                <a:sym typeface="Helvetica Neue"/>
              </a:rPr>
              <a:t>avg_ongoing_load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DESC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1200" b="1">
              <a:solidFill>
                <a:srgbClr val="800000"/>
              </a:solidFill>
              <a:highlight>
                <a:srgbClr val="FFFFFF"/>
              </a:highlight>
            </a:endParaRPr>
          </a:p>
        </p:txBody>
      </p:sp>
      <p:graphicFrame>
        <p:nvGraphicFramePr>
          <p:cNvPr id="459" name="Google Shape;459;p41"/>
          <p:cNvGraphicFramePr/>
          <p:nvPr/>
        </p:nvGraphicFramePr>
        <p:xfrm>
          <a:off x="6380450" y="2089888"/>
          <a:ext cx="2001450" cy="1896475"/>
        </p:xfrm>
        <a:graphic>
          <a:graphicData uri="http://schemas.openxmlformats.org/drawingml/2006/table">
            <a:tbl>
              <a:tblPr>
                <a:noFill/>
                <a:tableStyleId>{CF08C909-2EAE-465B-BD12-1601EB70E62D}</a:tableStyleId>
              </a:tblPr>
              <a:tblGrid>
                <a:gridCol w="100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2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court_name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avg_ongoing_load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Mckinney Court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T w="762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813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T w="762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Salazar Court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736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Martin Court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4,123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60" name="Google Shape;460;p41"/>
          <p:cNvSpPr/>
          <p:nvPr/>
        </p:nvSpPr>
        <p:spPr>
          <a:xfrm>
            <a:off x="693150" y="1728950"/>
            <a:ext cx="5301900" cy="2571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61" name="Google Shape;461;p41"/>
          <p:cNvSpPr txBox="1"/>
          <p:nvPr/>
        </p:nvSpPr>
        <p:spPr>
          <a:xfrm>
            <a:off x="531575" y="802875"/>
            <a:ext cx="8000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The average workload of judges by court and display them in descending order of the number of “Open” cases</a:t>
            </a:r>
            <a:endParaRPr sz="1600" b="1"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462" name="Google Shape;462;p41"/>
          <p:cNvSpPr txBox="1"/>
          <p:nvPr/>
        </p:nvSpPr>
        <p:spPr>
          <a:xfrm>
            <a:off x="0" y="4866425"/>
            <a:ext cx="9144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DNDS5020: </a:t>
            </a:r>
            <a:r>
              <a:rPr lang="en" sz="1000" b="1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GROUP B</a:t>
            </a: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								23.02.2026</a:t>
            </a:r>
            <a:endParaRPr sz="1000" dirty="0">
              <a:solidFill>
                <a:srgbClr val="9FC5E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2"/>
          <p:cNvSpPr txBox="1"/>
          <p:nvPr/>
        </p:nvSpPr>
        <p:spPr>
          <a:xfrm>
            <a:off x="488173" y="1694570"/>
            <a:ext cx="42120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SELECT CASE</a:t>
            </a:r>
            <a:endParaRPr sz="1000"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WHEN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s.total_duration_months &lt;= 60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'1-5 years'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WHEN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s.total_duration_months &lt;= 120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'5-10 years'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ELSE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'10+ years'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END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i="1">
                <a:highlight>
                  <a:srgbClr val="FFFF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sentence_bracket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COUNT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(p.person_id)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>
                <a:highlight>
                  <a:srgbClr val="00FF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total_convicted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SUM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CASE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WHEN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oh.prior_convictions &gt; 0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1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ELSE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0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END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>
                <a:highlight>
                  <a:srgbClr val="00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recidivist_count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ROUND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CAST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SUM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CASE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WHEN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oh.prior_convictions &gt; 0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1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ELSE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0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END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FLOAT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) /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NULLIF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COUNT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(p.person_id), 0) * 100, 2) </a:t>
            </a:r>
            <a:r>
              <a:rPr lang="en" sz="1000" b="1">
                <a:latin typeface="Helvetica Neue"/>
                <a:ea typeface="Helvetica Neue"/>
                <a:cs typeface="Helvetica Neue"/>
                <a:sym typeface="Helvetica Neue"/>
              </a:rPr>
              <a:t>AS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>
                <a:highlight>
                  <a:srgbClr val="FF99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recidivism_rate_percentage</a:t>
            </a:r>
            <a:endParaRPr sz="1000">
              <a:highlight>
                <a:srgbClr val="FF9900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800000"/>
              </a:solidFill>
              <a:highlight>
                <a:srgbClr val="FFFFFF"/>
              </a:highlight>
            </a:endParaRPr>
          </a:p>
        </p:txBody>
      </p:sp>
      <p:graphicFrame>
        <p:nvGraphicFramePr>
          <p:cNvPr id="468" name="Google Shape;468;p42"/>
          <p:cNvGraphicFramePr/>
          <p:nvPr/>
        </p:nvGraphicFramePr>
        <p:xfrm>
          <a:off x="4700173" y="1694557"/>
          <a:ext cx="4002900" cy="1806975"/>
        </p:xfrm>
        <a:graphic>
          <a:graphicData uri="http://schemas.openxmlformats.org/drawingml/2006/table">
            <a:tbl>
              <a:tblPr>
                <a:noFill/>
                <a:tableStyleId>{CF08C909-2EAE-465B-BD12-1601EB70E62D}</a:tableStyleId>
              </a:tblPr>
              <a:tblGrid>
                <a:gridCol w="100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sentence_braket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total_convinced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00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recidivist_count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rgbClr val="00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99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00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00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recidivism_rate_percentage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76200" cap="flat" cmpd="sng">
                      <a:solidFill>
                        <a:srgbClr val="FF99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FF99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FF99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FF99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1-5 years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T w="762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813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T w="762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772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T w="76200" cap="flat" cmpd="sng">
                      <a:solidFill>
                        <a:srgbClr val="00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94,96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T w="76200" cap="flat" cmpd="sng">
                      <a:solidFill>
                        <a:srgbClr val="FF99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5-10 years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736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703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95,52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10+ years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4,123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3,896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94,49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69" name="Google Shape;469;p42"/>
          <p:cNvSpPr txBox="1"/>
          <p:nvPr/>
        </p:nvSpPr>
        <p:spPr>
          <a:xfrm>
            <a:off x="496950" y="465175"/>
            <a:ext cx="8000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rPr>
              <a:t>Does sentence length affects recidivism rate?</a:t>
            </a:r>
            <a:endParaRPr sz="1600" b="1">
              <a:solidFill>
                <a:schemeClr val="lt1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470" name="Google Shape;470;p42"/>
          <p:cNvSpPr/>
          <p:nvPr/>
        </p:nvSpPr>
        <p:spPr>
          <a:xfrm>
            <a:off x="488175" y="1581925"/>
            <a:ext cx="4163700" cy="2139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71" name="Google Shape;471;p42"/>
          <p:cNvSpPr txBox="1"/>
          <p:nvPr/>
        </p:nvSpPr>
        <p:spPr>
          <a:xfrm>
            <a:off x="0" y="4866425"/>
            <a:ext cx="9144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DNDS5020: </a:t>
            </a:r>
            <a:r>
              <a:rPr lang="en" sz="1000" b="1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GROUP B</a:t>
            </a: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								23.02.2026</a:t>
            </a:r>
            <a:endParaRPr sz="1000" dirty="0">
              <a:solidFill>
                <a:srgbClr val="9FC5E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3"/>
          <p:cNvSpPr txBox="1">
            <a:spLocks noGrp="1"/>
          </p:cNvSpPr>
          <p:nvPr>
            <p:ph type="title"/>
          </p:nvPr>
        </p:nvSpPr>
        <p:spPr>
          <a:xfrm>
            <a:off x="596025" y="485400"/>
            <a:ext cx="77139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report</a:t>
            </a:r>
            <a:endParaRPr/>
          </a:p>
        </p:txBody>
      </p:sp>
      <p:pic>
        <p:nvPicPr>
          <p:cNvPr id="477" name="Google Shape;477;p43" title="Снимок экрана 2026-02-21 в 12.22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5863" y="1081375"/>
            <a:ext cx="5954224" cy="3654576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3"/>
          <p:cNvSpPr/>
          <p:nvPr/>
        </p:nvSpPr>
        <p:spPr>
          <a:xfrm>
            <a:off x="1364595" y="3973127"/>
            <a:ext cx="6186600" cy="126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479" name="Google Shape;479;p43"/>
          <p:cNvCxnSpPr/>
          <p:nvPr/>
        </p:nvCxnSpPr>
        <p:spPr>
          <a:xfrm flipH="1">
            <a:off x="7457275" y="3616025"/>
            <a:ext cx="303000" cy="251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0" name="Google Shape;480;p43"/>
          <p:cNvSpPr txBox="1"/>
          <p:nvPr/>
        </p:nvSpPr>
        <p:spPr>
          <a:xfrm>
            <a:off x="7551200" y="3191725"/>
            <a:ext cx="14115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0000"/>
                </a:solidFill>
                <a:latin typeface="Albert Sans"/>
                <a:ea typeface="Albert Sans"/>
                <a:cs typeface="Albert Sans"/>
                <a:sym typeface="Albert Sans"/>
              </a:rPr>
              <a:t>We are here!</a:t>
            </a:r>
            <a:endParaRPr sz="1500" b="1">
              <a:solidFill>
                <a:srgbClr val="FF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81" name="Google Shape;481;p43"/>
          <p:cNvSpPr txBox="1"/>
          <p:nvPr/>
        </p:nvSpPr>
        <p:spPr>
          <a:xfrm>
            <a:off x="0" y="4866425"/>
            <a:ext cx="9144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DNDS5020: </a:t>
            </a:r>
            <a:r>
              <a:rPr lang="en" sz="1000" b="1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GROUP B</a:t>
            </a: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								23.02.2026</a:t>
            </a:r>
            <a:endParaRPr sz="1000" dirty="0">
              <a:solidFill>
                <a:srgbClr val="9FC5E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4"/>
          <p:cNvSpPr txBox="1">
            <a:spLocks noGrp="1"/>
          </p:cNvSpPr>
          <p:nvPr>
            <p:ph type="subTitle" idx="1"/>
          </p:nvPr>
        </p:nvSpPr>
        <p:spPr>
          <a:xfrm>
            <a:off x="715125" y="2201725"/>
            <a:ext cx="3999900" cy="16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Started with 5 core entities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Needed more structure for scalability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Expanded to 24 tables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Added police, prison,...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Associative tables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Improved relational integrity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44"/>
          <p:cNvSpPr txBox="1">
            <a:spLocks noGrp="1"/>
          </p:cNvSpPr>
          <p:nvPr>
            <p:ph type="subTitle" idx="6"/>
          </p:nvPr>
        </p:nvSpPr>
        <p:spPr>
          <a:xfrm>
            <a:off x="273525" y="1384450"/>
            <a:ext cx="4441500" cy="4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Progress Since Proposal</a:t>
            </a:r>
            <a:endParaRPr sz="1000"/>
          </a:p>
        </p:txBody>
      </p:sp>
      <p:sp>
        <p:nvSpPr>
          <p:cNvPr id="488" name="Google Shape;488;p44"/>
          <p:cNvSpPr txBox="1">
            <a:spLocks noGrp="1"/>
          </p:cNvSpPr>
          <p:nvPr>
            <p:ph type="subTitle" idx="2"/>
          </p:nvPr>
        </p:nvSpPr>
        <p:spPr>
          <a:xfrm>
            <a:off x="4733141" y="2147125"/>
            <a:ext cx="4091400" cy="16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ER diagram finalized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24 tables created in PostgreSQL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Primary &amp; foreign keys enforced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3NF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Constraints 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Synthetic data generated using Python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44"/>
          <p:cNvSpPr txBox="1">
            <a:spLocks noGrp="1"/>
          </p:cNvSpPr>
          <p:nvPr>
            <p:ph type="title"/>
          </p:nvPr>
        </p:nvSpPr>
        <p:spPr>
          <a:xfrm>
            <a:off x="273450" y="890425"/>
            <a:ext cx="44415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What we improved</a:t>
            </a:r>
            <a:endParaRPr sz="2000"/>
          </a:p>
        </p:txBody>
      </p:sp>
      <p:sp>
        <p:nvSpPr>
          <p:cNvPr id="490" name="Google Shape;490;p44"/>
          <p:cNvSpPr txBox="1">
            <a:spLocks noGrp="1"/>
          </p:cNvSpPr>
          <p:nvPr>
            <p:ph type="subTitle" idx="6"/>
          </p:nvPr>
        </p:nvSpPr>
        <p:spPr>
          <a:xfrm>
            <a:off x="4714950" y="1384450"/>
            <a:ext cx="4145100" cy="4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Implementation Status</a:t>
            </a:r>
            <a:endParaRPr sz="1000"/>
          </a:p>
        </p:txBody>
      </p:sp>
      <p:sp>
        <p:nvSpPr>
          <p:cNvPr id="491" name="Google Shape;491;p44"/>
          <p:cNvSpPr txBox="1">
            <a:spLocks noGrp="1"/>
          </p:cNvSpPr>
          <p:nvPr>
            <p:ph type="title"/>
          </p:nvPr>
        </p:nvSpPr>
        <p:spPr>
          <a:xfrm>
            <a:off x="4714950" y="890425"/>
            <a:ext cx="4186200" cy="5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How the Project Evolved</a:t>
            </a:r>
            <a:endParaRPr sz="2000"/>
          </a:p>
        </p:txBody>
      </p:sp>
      <p:sp>
        <p:nvSpPr>
          <p:cNvPr id="492" name="Google Shape;492;p44"/>
          <p:cNvSpPr/>
          <p:nvPr/>
        </p:nvSpPr>
        <p:spPr>
          <a:xfrm>
            <a:off x="884950" y="2159575"/>
            <a:ext cx="3351000" cy="1463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93" name="Google Shape;493;p44"/>
          <p:cNvSpPr/>
          <p:nvPr/>
        </p:nvSpPr>
        <p:spPr>
          <a:xfrm>
            <a:off x="4882000" y="2159575"/>
            <a:ext cx="3351000" cy="1463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494" name="Google Shape;494;p44"/>
          <p:cNvCxnSpPr/>
          <p:nvPr/>
        </p:nvCxnSpPr>
        <p:spPr>
          <a:xfrm>
            <a:off x="4504450" y="748150"/>
            <a:ext cx="17400" cy="3688800"/>
          </a:xfrm>
          <a:prstGeom prst="straightConnector1">
            <a:avLst/>
          </a:prstGeom>
          <a:noFill/>
          <a:ln w="9525" cap="flat" cmpd="sng">
            <a:solidFill>
              <a:srgbClr val="B4A7D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5" name="Google Shape;495;p44"/>
          <p:cNvSpPr txBox="1"/>
          <p:nvPr/>
        </p:nvSpPr>
        <p:spPr>
          <a:xfrm>
            <a:off x="0" y="4866425"/>
            <a:ext cx="9144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DNDS5020: </a:t>
            </a:r>
            <a:r>
              <a:rPr lang="en" sz="1000" b="1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GROUP B</a:t>
            </a: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								23.02.2026</a:t>
            </a:r>
            <a:endParaRPr sz="1000" dirty="0">
              <a:solidFill>
                <a:srgbClr val="9FC5E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5"/>
          <p:cNvSpPr txBox="1">
            <a:spLocks noGrp="1"/>
          </p:cNvSpPr>
          <p:nvPr>
            <p:ph type="title"/>
          </p:nvPr>
        </p:nvSpPr>
        <p:spPr>
          <a:xfrm>
            <a:off x="261500" y="535000"/>
            <a:ext cx="86073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During Implementation</a:t>
            </a:r>
            <a:endParaRPr/>
          </a:p>
        </p:txBody>
      </p:sp>
      <p:sp>
        <p:nvSpPr>
          <p:cNvPr id="501" name="Google Shape;501;p45"/>
          <p:cNvSpPr txBox="1">
            <a:spLocks noGrp="1"/>
          </p:cNvSpPr>
          <p:nvPr>
            <p:ph type="subTitle" idx="1"/>
          </p:nvPr>
        </p:nvSpPr>
        <p:spPr>
          <a:xfrm>
            <a:off x="3093650" y="1571025"/>
            <a:ext cx="3142800" cy="10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Multiple schema revisions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Foreign key constraint errors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ID mismatch during CSV import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Complex debugging process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45"/>
          <p:cNvSpPr txBox="1">
            <a:spLocks noGrp="1"/>
          </p:cNvSpPr>
          <p:nvPr>
            <p:ph type="subTitle" idx="3"/>
          </p:nvPr>
        </p:nvSpPr>
        <p:spPr>
          <a:xfrm>
            <a:off x="261500" y="1175200"/>
            <a:ext cx="8607300" cy="4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Challenges</a:t>
            </a:r>
            <a:endParaRPr/>
          </a:p>
        </p:txBody>
      </p:sp>
      <p:sp>
        <p:nvSpPr>
          <p:cNvPr id="503" name="Google Shape;503;p45"/>
          <p:cNvSpPr txBox="1">
            <a:spLocks noGrp="1"/>
          </p:cNvSpPr>
          <p:nvPr>
            <p:ph type="title"/>
          </p:nvPr>
        </p:nvSpPr>
        <p:spPr>
          <a:xfrm>
            <a:off x="261500" y="2708750"/>
            <a:ext cx="86073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learned</a:t>
            </a:r>
            <a:endParaRPr/>
          </a:p>
        </p:txBody>
      </p:sp>
      <p:sp>
        <p:nvSpPr>
          <p:cNvPr id="504" name="Google Shape;504;p45"/>
          <p:cNvSpPr txBox="1">
            <a:spLocks noGrp="1"/>
          </p:cNvSpPr>
          <p:nvPr>
            <p:ph type="subTitle" idx="1"/>
          </p:nvPr>
        </p:nvSpPr>
        <p:spPr>
          <a:xfrm>
            <a:off x="3109425" y="3388975"/>
            <a:ext cx="3067200" cy="12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Finalize ER before implementation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Plan ID structure carefully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Insert data in correct hierarchy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Python data generation library 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Complexity increases error risk</a:t>
            </a:r>
            <a:endParaRPr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45"/>
          <p:cNvSpPr/>
          <p:nvPr/>
        </p:nvSpPr>
        <p:spPr>
          <a:xfrm>
            <a:off x="3274875" y="1631375"/>
            <a:ext cx="2736300" cy="969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06" name="Google Shape;506;p45"/>
          <p:cNvSpPr/>
          <p:nvPr/>
        </p:nvSpPr>
        <p:spPr>
          <a:xfrm>
            <a:off x="3274875" y="3449775"/>
            <a:ext cx="2848800" cy="1097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07" name="Google Shape;507;p45"/>
          <p:cNvSpPr txBox="1"/>
          <p:nvPr/>
        </p:nvSpPr>
        <p:spPr>
          <a:xfrm>
            <a:off x="0" y="4866425"/>
            <a:ext cx="9144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DNDS5020: </a:t>
            </a:r>
            <a:r>
              <a:rPr lang="en" sz="1000" b="1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GROUP B</a:t>
            </a: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								23.02.2026</a:t>
            </a:r>
            <a:endParaRPr sz="1000" dirty="0">
              <a:solidFill>
                <a:srgbClr val="9FC5E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6"/>
          <p:cNvSpPr txBox="1">
            <a:spLocks noGrp="1"/>
          </p:cNvSpPr>
          <p:nvPr>
            <p:ph type="title"/>
          </p:nvPr>
        </p:nvSpPr>
        <p:spPr>
          <a:xfrm>
            <a:off x="270175" y="535000"/>
            <a:ext cx="85899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Evaluation of Progress</a:t>
            </a:r>
            <a:endParaRPr/>
          </a:p>
        </p:txBody>
      </p:sp>
      <p:sp>
        <p:nvSpPr>
          <p:cNvPr id="513" name="Google Shape;513;p46"/>
          <p:cNvSpPr txBox="1">
            <a:spLocks noGrp="1"/>
          </p:cNvSpPr>
          <p:nvPr>
            <p:ph type="subTitle" idx="1"/>
          </p:nvPr>
        </p:nvSpPr>
        <p:spPr>
          <a:xfrm>
            <a:off x="2786525" y="1792775"/>
            <a:ext cx="3367800" cy="10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dirty="0"/>
              <a:t>Fully working relational prototype</a:t>
            </a:r>
            <a:endParaRPr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dirty="0"/>
              <a:t>Synthetic dataset successfully added</a:t>
            </a:r>
            <a:endParaRPr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dirty="0"/>
              <a:t>Constraints enforced</a:t>
            </a:r>
            <a:endParaRPr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dirty="0"/>
              <a:t>Timeline still realistic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4" name="Google Shape;514;p46"/>
          <p:cNvSpPr txBox="1">
            <a:spLocks noGrp="1"/>
          </p:cNvSpPr>
          <p:nvPr>
            <p:ph type="subTitle" idx="3"/>
          </p:nvPr>
        </p:nvSpPr>
        <p:spPr>
          <a:xfrm>
            <a:off x="270175" y="1343850"/>
            <a:ext cx="8589900" cy="4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Status</a:t>
            </a:r>
            <a:endParaRPr/>
          </a:p>
        </p:txBody>
      </p:sp>
      <p:sp>
        <p:nvSpPr>
          <p:cNvPr id="515" name="Google Shape;515;p46"/>
          <p:cNvSpPr txBox="1">
            <a:spLocks noGrp="1"/>
          </p:cNvSpPr>
          <p:nvPr>
            <p:ph type="title"/>
          </p:nvPr>
        </p:nvSpPr>
        <p:spPr>
          <a:xfrm>
            <a:off x="270175" y="2790150"/>
            <a:ext cx="85899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1600" dirty="0"/>
            </a:br>
            <a:r>
              <a:rPr lang="en" sz="1600" dirty="0"/>
              <a:t>Future plan</a:t>
            </a:r>
            <a:endParaRPr sz="1600" dirty="0"/>
          </a:p>
        </p:txBody>
      </p:sp>
      <p:sp>
        <p:nvSpPr>
          <p:cNvPr id="516" name="Google Shape;516;p46"/>
          <p:cNvSpPr txBox="1"/>
          <p:nvPr/>
        </p:nvSpPr>
        <p:spPr>
          <a:xfrm>
            <a:off x="2786525" y="3430350"/>
            <a:ext cx="2978700" cy="13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CSV files inserted into database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Revise entities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Revise synthetic data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More queries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Indexing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17" name="Google Shape;517;p46"/>
          <p:cNvSpPr txBox="1"/>
          <p:nvPr/>
        </p:nvSpPr>
        <p:spPr>
          <a:xfrm>
            <a:off x="6227750" y="3109950"/>
            <a:ext cx="25542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Real data: case + regional data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18" name="Google Shape;518;p46"/>
          <p:cNvSpPr/>
          <p:nvPr/>
        </p:nvSpPr>
        <p:spPr>
          <a:xfrm>
            <a:off x="2941775" y="1846225"/>
            <a:ext cx="3021900" cy="919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19" name="Google Shape;519;p46"/>
          <p:cNvSpPr/>
          <p:nvPr/>
        </p:nvSpPr>
        <p:spPr>
          <a:xfrm>
            <a:off x="2941775" y="3477100"/>
            <a:ext cx="3021900" cy="1086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20" name="Google Shape;520;p46"/>
          <p:cNvSpPr/>
          <p:nvPr/>
        </p:nvSpPr>
        <p:spPr>
          <a:xfrm>
            <a:off x="6227750" y="3156600"/>
            <a:ext cx="2320500" cy="320400"/>
          </a:xfrm>
          <a:prstGeom prst="round2DiagRect">
            <a:avLst>
              <a:gd name="adj1" fmla="val 16667"/>
              <a:gd name="adj2" fmla="val 0"/>
            </a:avLst>
          </a:prstGeom>
          <a:noFill/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521" name="Google Shape;521;p46"/>
          <p:cNvCxnSpPr>
            <a:endCxn id="520" idx="2"/>
          </p:cNvCxnSpPr>
          <p:nvPr/>
        </p:nvCxnSpPr>
        <p:spPr>
          <a:xfrm rot="10800000" flipH="1">
            <a:off x="5725250" y="3316800"/>
            <a:ext cx="502500" cy="2907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2" name="Google Shape;522;p46"/>
          <p:cNvSpPr txBox="1"/>
          <p:nvPr/>
        </p:nvSpPr>
        <p:spPr>
          <a:xfrm>
            <a:off x="0" y="4866425"/>
            <a:ext cx="9144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DNDS5020: </a:t>
            </a:r>
            <a:r>
              <a:rPr lang="en" sz="1000" b="1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GROUP B</a:t>
            </a: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								23.02.2026</a:t>
            </a:r>
            <a:endParaRPr sz="1000" dirty="0">
              <a:solidFill>
                <a:srgbClr val="9FC5E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7"/>
          <p:cNvSpPr txBox="1">
            <a:spLocks noGrp="1"/>
          </p:cNvSpPr>
          <p:nvPr>
            <p:ph type="title"/>
          </p:nvPr>
        </p:nvSpPr>
        <p:spPr>
          <a:xfrm>
            <a:off x="261500" y="535000"/>
            <a:ext cx="86244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analysis in the future</a:t>
            </a:r>
            <a:endParaRPr/>
          </a:p>
        </p:txBody>
      </p:sp>
      <p:sp>
        <p:nvSpPr>
          <p:cNvPr id="528" name="Google Shape;528;p47"/>
          <p:cNvSpPr txBox="1">
            <a:spLocks noGrp="1"/>
          </p:cNvSpPr>
          <p:nvPr>
            <p:ph type="subTitle" idx="4"/>
          </p:nvPr>
        </p:nvSpPr>
        <p:spPr>
          <a:xfrm>
            <a:off x="294450" y="2188125"/>
            <a:ext cx="8555100" cy="4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>
                <a:latin typeface="Calibri"/>
                <a:ea typeface="Calibri"/>
                <a:cs typeface="Calibri"/>
                <a:sym typeface="Calibri"/>
              </a:rPr>
              <a:t>Interactions between multiple actors within the justice system</a:t>
            </a:r>
            <a:endParaRPr sz="2000" b="0"/>
          </a:p>
        </p:txBody>
      </p:sp>
      <p:sp>
        <p:nvSpPr>
          <p:cNvPr id="529" name="Google Shape;529;p47"/>
          <p:cNvSpPr txBox="1">
            <a:spLocks noGrp="1"/>
          </p:cNvSpPr>
          <p:nvPr>
            <p:ph type="subTitle" idx="5"/>
          </p:nvPr>
        </p:nvSpPr>
        <p:spPr>
          <a:xfrm>
            <a:off x="261500" y="3904450"/>
            <a:ext cx="8624400" cy="5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Comparison between countries and types of crime</a:t>
            </a:r>
            <a:endParaRPr sz="2000"/>
          </a:p>
        </p:txBody>
      </p:sp>
      <p:sp>
        <p:nvSpPr>
          <p:cNvPr id="530" name="Google Shape;530;p47"/>
          <p:cNvSpPr txBox="1">
            <a:spLocks noGrp="1"/>
          </p:cNvSpPr>
          <p:nvPr>
            <p:ph type="subTitle" idx="6"/>
          </p:nvPr>
        </p:nvSpPr>
        <p:spPr>
          <a:xfrm>
            <a:off x="330800" y="2990825"/>
            <a:ext cx="8555100" cy="7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>
                <a:latin typeface="Calibri"/>
                <a:ea typeface="Calibri"/>
                <a:cs typeface="Calibri"/>
                <a:sym typeface="Calibri"/>
              </a:rPr>
              <a:t>Investment in police training, community programs, or regional infrastructure correlates with lower crime rates </a:t>
            </a:r>
            <a:endParaRPr sz="2000"/>
          </a:p>
        </p:txBody>
      </p:sp>
      <p:sp>
        <p:nvSpPr>
          <p:cNvPr id="531" name="Google Shape;531;p47"/>
          <p:cNvSpPr txBox="1">
            <a:spLocks noGrp="1"/>
          </p:cNvSpPr>
          <p:nvPr>
            <p:ph type="subTitle" idx="4"/>
          </p:nvPr>
        </p:nvSpPr>
        <p:spPr>
          <a:xfrm>
            <a:off x="261500" y="1488875"/>
            <a:ext cx="8624400" cy="4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>
                <a:latin typeface="Calibri"/>
                <a:ea typeface="Calibri"/>
                <a:cs typeface="Calibri"/>
                <a:sym typeface="Calibri"/>
              </a:rPr>
              <a:t>Crime motives and environmental factors</a:t>
            </a:r>
            <a:endParaRPr sz="2000" b="0"/>
          </a:p>
        </p:txBody>
      </p:sp>
      <p:sp>
        <p:nvSpPr>
          <p:cNvPr id="532" name="Google Shape;532;p47"/>
          <p:cNvSpPr/>
          <p:nvPr/>
        </p:nvSpPr>
        <p:spPr>
          <a:xfrm>
            <a:off x="1491100" y="3858500"/>
            <a:ext cx="6147900" cy="597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33" name="Google Shape;533;p47"/>
          <p:cNvSpPr/>
          <p:nvPr/>
        </p:nvSpPr>
        <p:spPr>
          <a:xfrm>
            <a:off x="512625" y="2931975"/>
            <a:ext cx="8208900" cy="704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34" name="Google Shape;534;p47"/>
          <p:cNvSpPr/>
          <p:nvPr/>
        </p:nvSpPr>
        <p:spPr>
          <a:xfrm>
            <a:off x="512625" y="2164800"/>
            <a:ext cx="8208900" cy="704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35" name="Google Shape;535;p47"/>
          <p:cNvSpPr/>
          <p:nvPr/>
        </p:nvSpPr>
        <p:spPr>
          <a:xfrm>
            <a:off x="512625" y="1397625"/>
            <a:ext cx="8208900" cy="704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36" name="Google Shape;536;p47"/>
          <p:cNvSpPr txBox="1"/>
          <p:nvPr/>
        </p:nvSpPr>
        <p:spPr>
          <a:xfrm>
            <a:off x="0" y="4866425"/>
            <a:ext cx="9144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DNDS5020: </a:t>
            </a:r>
            <a:r>
              <a:rPr lang="en" sz="1000" b="1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GROUP B</a:t>
            </a: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								23.02.2026</a:t>
            </a:r>
            <a:endParaRPr sz="1000" dirty="0">
              <a:solidFill>
                <a:srgbClr val="9FC5E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8"/>
          <p:cNvSpPr txBox="1">
            <a:spLocks noGrp="1"/>
          </p:cNvSpPr>
          <p:nvPr>
            <p:ph type="title"/>
          </p:nvPr>
        </p:nvSpPr>
        <p:spPr>
          <a:xfrm>
            <a:off x="715050" y="1669325"/>
            <a:ext cx="77139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Thank you for your attention!</a:t>
            </a:r>
            <a:endParaRPr sz="5000"/>
          </a:p>
        </p:txBody>
      </p:sp>
      <p:sp>
        <p:nvSpPr>
          <p:cNvPr id="542" name="Google Shape;542;p48"/>
          <p:cNvSpPr txBox="1"/>
          <p:nvPr/>
        </p:nvSpPr>
        <p:spPr>
          <a:xfrm>
            <a:off x="0" y="4866425"/>
            <a:ext cx="91440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DNDS5020: </a:t>
            </a:r>
            <a:r>
              <a:rPr lang="en" sz="1000" b="1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GROUP B</a:t>
            </a:r>
            <a:r>
              <a:rPr lang="en" sz="1000" dirty="0">
                <a:solidFill>
                  <a:srgbClr val="9FC5E8"/>
                </a:solidFill>
                <a:latin typeface="Albert Sans"/>
                <a:ea typeface="Albert Sans"/>
                <a:cs typeface="Albert Sans"/>
                <a:sym typeface="Albert Sans"/>
              </a:rPr>
              <a:t>								23.02.2026</a:t>
            </a:r>
            <a:endParaRPr sz="1000" dirty="0">
              <a:solidFill>
                <a:srgbClr val="9FC5E8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 Merger Integration by Slidesgo">
  <a:themeElements>
    <a:clrScheme name="Simple Light">
      <a:dk1>
        <a:srgbClr val="FFFFFF"/>
      </a:dk1>
      <a:lt1>
        <a:srgbClr val="1151B0"/>
      </a:lt1>
      <a:dk2>
        <a:srgbClr val="D7EAFF"/>
      </a:dk2>
      <a:lt2>
        <a:srgbClr val="8EE3C8"/>
      </a:lt2>
      <a:accent1>
        <a:srgbClr val="008B7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D7E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1162</Words>
  <Application>Microsoft Office PowerPoint</Application>
  <PresentationFormat>Expunere pe ecran (16:9)</PresentationFormat>
  <Paragraphs>191</Paragraphs>
  <Slides>20</Slides>
  <Notes>20</Notes>
  <HiddenSlides>0</HiddenSlides>
  <MMClips>0</MMClips>
  <ScaleCrop>false</ScaleCrop>
  <HeadingPairs>
    <vt:vector size="6" baseType="variant">
      <vt:variant>
        <vt:lpstr>Fonturi utilizate</vt:lpstr>
      </vt:variant>
      <vt:variant>
        <vt:i4>7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20</vt:i4>
      </vt:variant>
    </vt:vector>
  </HeadingPairs>
  <TitlesOfParts>
    <vt:vector size="28" baseType="lpstr">
      <vt:lpstr>Calibri</vt:lpstr>
      <vt:lpstr>Helvetica Neue</vt:lpstr>
      <vt:lpstr>Anaheim</vt:lpstr>
      <vt:lpstr>Bebas Neue</vt:lpstr>
      <vt:lpstr>Albert Sans</vt:lpstr>
      <vt:lpstr>Arial</vt:lpstr>
      <vt:lpstr>Syne</vt:lpstr>
      <vt:lpstr>Post Merger Integration by Slidesgo</vt:lpstr>
      <vt:lpstr>Crime data management</vt:lpstr>
      <vt:lpstr>Introduction</vt:lpstr>
      <vt:lpstr>Datasets</vt:lpstr>
      <vt:lpstr>ER diagram - proposal</vt:lpstr>
      <vt:lpstr>ER diagram -  extended</vt:lpstr>
      <vt:lpstr>ER diagram - current</vt:lpstr>
      <vt:lpstr>Hypotheses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Progress report</vt:lpstr>
      <vt:lpstr>What we improved</vt:lpstr>
      <vt:lpstr>Challenges During Implementation</vt:lpstr>
      <vt:lpstr>Overall Evaluation of Progress</vt:lpstr>
      <vt:lpstr>Possible analysis in the future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Mia Corduneanu</cp:lastModifiedBy>
  <cp:revision>1</cp:revision>
  <dcterms:modified xsi:type="dcterms:W3CDTF">2026-02-21T20:06:56Z</dcterms:modified>
</cp:coreProperties>
</file>